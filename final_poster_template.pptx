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05" r:id="rId1"/>
  </p:sldMasterIdLst>
  <p:sldIdLst>
    <p:sldId id="256" r:id="rId2"/>
  </p:sldIdLst>
  <p:sldSz cx="30279975" cy="42808525"/>
  <p:notesSz cx="6858000" cy="9144000"/>
  <p:defaultTextStyle>
    <a:defPPr>
      <a:defRPr lang="ko-KR"/>
    </a:defPPr>
    <a:lvl1pPr marL="0" algn="l" defTabSz="4171448" rtl="0" eaLnBrk="1" latinLnBrk="1" hangingPunct="1">
      <a:defRPr sz="7400" kern="1200">
        <a:solidFill>
          <a:schemeClr val="tx1"/>
        </a:solidFill>
        <a:latin typeface="+mn-lt"/>
        <a:ea typeface="+mn-ea"/>
        <a:cs typeface="+mn-cs"/>
      </a:defRPr>
    </a:lvl1pPr>
    <a:lvl2pPr marL="2085720" algn="l" defTabSz="4171448" rtl="0" eaLnBrk="1" latinLnBrk="1" hangingPunct="1">
      <a:defRPr sz="7400" kern="1200">
        <a:solidFill>
          <a:schemeClr val="tx1"/>
        </a:solidFill>
        <a:latin typeface="+mn-lt"/>
        <a:ea typeface="+mn-ea"/>
        <a:cs typeface="+mn-cs"/>
      </a:defRPr>
    </a:lvl2pPr>
    <a:lvl3pPr marL="4171448" algn="l" defTabSz="4171448" rtl="0" eaLnBrk="1" latinLnBrk="1" hangingPunct="1">
      <a:defRPr sz="7400" kern="1200">
        <a:solidFill>
          <a:schemeClr val="tx1"/>
        </a:solidFill>
        <a:latin typeface="+mn-lt"/>
        <a:ea typeface="+mn-ea"/>
        <a:cs typeface="+mn-cs"/>
      </a:defRPr>
    </a:lvl3pPr>
    <a:lvl4pPr marL="6257168" algn="l" defTabSz="4171448" rtl="0" eaLnBrk="1" latinLnBrk="1" hangingPunct="1">
      <a:defRPr sz="7400" kern="1200">
        <a:solidFill>
          <a:schemeClr val="tx1"/>
        </a:solidFill>
        <a:latin typeface="+mn-lt"/>
        <a:ea typeface="+mn-ea"/>
        <a:cs typeface="+mn-cs"/>
      </a:defRPr>
    </a:lvl4pPr>
    <a:lvl5pPr marL="8342891" algn="l" defTabSz="4171448" rtl="0" eaLnBrk="1" latinLnBrk="1" hangingPunct="1">
      <a:defRPr sz="7400" kern="1200">
        <a:solidFill>
          <a:schemeClr val="tx1"/>
        </a:solidFill>
        <a:latin typeface="+mn-lt"/>
        <a:ea typeface="+mn-ea"/>
        <a:cs typeface="+mn-cs"/>
      </a:defRPr>
    </a:lvl5pPr>
    <a:lvl6pPr marL="10428624" algn="l" defTabSz="4171448" rtl="0" eaLnBrk="1" latinLnBrk="1" hangingPunct="1">
      <a:defRPr sz="7400" kern="1200">
        <a:solidFill>
          <a:schemeClr val="tx1"/>
        </a:solidFill>
        <a:latin typeface="+mn-lt"/>
        <a:ea typeface="+mn-ea"/>
        <a:cs typeface="+mn-cs"/>
      </a:defRPr>
    </a:lvl6pPr>
    <a:lvl7pPr marL="12514344" algn="l" defTabSz="4171448" rtl="0" eaLnBrk="1" latinLnBrk="1" hangingPunct="1">
      <a:defRPr sz="7400" kern="1200">
        <a:solidFill>
          <a:schemeClr val="tx1"/>
        </a:solidFill>
        <a:latin typeface="+mn-lt"/>
        <a:ea typeface="+mn-ea"/>
        <a:cs typeface="+mn-cs"/>
      </a:defRPr>
    </a:lvl7pPr>
    <a:lvl8pPr marL="14600059" algn="l" defTabSz="4171448" rtl="0" eaLnBrk="1" latinLnBrk="1" hangingPunct="1">
      <a:defRPr sz="7400" kern="1200">
        <a:solidFill>
          <a:schemeClr val="tx1"/>
        </a:solidFill>
        <a:latin typeface="+mn-lt"/>
        <a:ea typeface="+mn-ea"/>
        <a:cs typeface="+mn-cs"/>
      </a:defRPr>
    </a:lvl8pPr>
    <a:lvl9pPr marL="16685792" algn="l" defTabSz="4171448" rtl="0" eaLnBrk="1" latinLnBrk="1" hangingPunct="1">
      <a:defRPr sz="7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81">
          <p15:clr>
            <a:srgbClr val="A4A3A4"/>
          </p15:clr>
        </p15:guide>
        <p15:guide id="2" pos="94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726C"/>
    <a:srgbClr val="945D5C"/>
    <a:srgbClr val="0F0F70"/>
    <a:srgbClr val="DCDAB2"/>
    <a:srgbClr val="C5A86F"/>
    <a:srgbClr val="888888"/>
    <a:srgbClr val="B5B6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3"/>
  </p:normalViewPr>
  <p:slideViewPr>
    <p:cSldViewPr>
      <p:cViewPr>
        <p:scale>
          <a:sx n="41" d="100"/>
          <a:sy n="41" d="100"/>
        </p:scale>
        <p:origin x="21" y="-1287"/>
      </p:cViewPr>
      <p:guideLst>
        <p:guide orient="horz" pos="13481"/>
        <p:guide pos="949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3309" y="41788404"/>
            <a:ext cx="10058400" cy="708161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-25526" y="0"/>
            <a:ext cx="30279975" cy="5999085"/>
          </a:xfrm>
          <a:prstGeom prst="rect">
            <a:avLst/>
          </a:prstGeom>
          <a:solidFill>
            <a:srgbClr val="0F0F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-27907" y="41566225"/>
            <a:ext cx="30279975" cy="1296421"/>
          </a:xfrm>
          <a:prstGeom prst="rect">
            <a:avLst/>
          </a:prstGeom>
          <a:solidFill>
            <a:srgbClr val="0F0F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서울대학교 학부대학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7B3C444-FCBC-4CF3-A62B-C79E3D1CB8B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7584297" y="3820959"/>
            <a:ext cx="2965402" cy="2178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7368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83" userDrawn="1">
          <p15:clr>
            <a:srgbClr val="FBAE40"/>
          </p15:clr>
        </p15:guide>
        <p15:guide id="2" pos="953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14012" y="1714342"/>
            <a:ext cx="27251978" cy="7134754"/>
          </a:xfrm>
          <a:prstGeom prst="rect">
            <a:avLst/>
          </a:prstGeom>
        </p:spPr>
        <p:txBody>
          <a:bodyPr lIns="365949" tIns="182968" rIns="365949" bIns="182968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514012" y="9988658"/>
            <a:ext cx="27251978" cy="28251652"/>
          </a:xfrm>
          <a:prstGeom prst="rect">
            <a:avLst/>
          </a:prstGeom>
        </p:spPr>
        <p:txBody>
          <a:bodyPr lIns="365949" tIns="182968" rIns="365949" bIns="182968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1514012" y="39677178"/>
            <a:ext cx="7065328" cy="2279159"/>
          </a:xfrm>
          <a:prstGeom prst="rect">
            <a:avLst/>
          </a:prstGeom>
        </p:spPr>
        <p:txBody>
          <a:bodyPr lIns="365949" tIns="182968" rIns="365949" bIns="182968"/>
          <a:lstStyle/>
          <a:p>
            <a:fld id="{B97A18B4-7299-4267-86DD-AEA5FF0EDE62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10345667" y="39677178"/>
            <a:ext cx="9588659" cy="2279159"/>
          </a:xfrm>
          <a:prstGeom prst="rect">
            <a:avLst/>
          </a:prstGeom>
        </p:spPr>
        <p:txBody>
          <a:bodyPr lIns="365949" tIns="182968" rIns="365949" bIns="182968"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21700657" y="39677178"/>
            <a:ext cx="7065328" cy="2279159"/>
          </a:xfrm>
          <a:prstGeom prst="rect">
            <a:avLst/>
          </a:prstGeom>
        </p:spPr>
        <p:txBody>
          <a:bodyPr lIns="365949" tIns="182968" rIns="365949" bIns="182968"/>
          <a:lstStyle/>
          <a:p>
            <a:fld id="{61FD3256-0DFA-4CBE-8B7A-380D525D5D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1390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14012" y="1714342"/>
            <a:ext cx="27251978" cy="7134754"/>
          </a:xfrm>
          <a:prstGeom prst="rect">
            <a:avLst/>
          </a:prstGeom>
        </p:spPr>
        <p:txBody>
          <a:bodyPr lIns="365949" tIns="182968" rIns="365949" bIns="182968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1514012" y="39677178"/>
            <a:ext cx="7065328" cy="2279159"/>
          </a:xfrm>
          <a:prstGeom prst="rect">
            <a:avLst/>
          </a:prstGeom>
        </p:spPr>
        <p:txBody>
          <a:bodyPr lIns="365949" tIns="182968" rIns="365949" bIns="182968"/>
          <a:lstStyle/>
          <a:p>
            <a:fld id="{B97A18B4-7299-4267-86DD-AEA5FF0EDE62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10345667" y="39677178"/>
            <a:ext cx="9588659" cy="2279159"/>
          </a:xfrm>
          <a:prstGeom prst="rect">
            <a:avLst/>
          </a:prstGeom>
        </p:spPr>
        <p:txBody>
          <a:bodyPr lIns="365949" tIns="182968" rIns="365949" bIns="182968"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21700657" y="39677178"/>
            <a:ext cx="7065328" cy="2279159"/>
          </a:xfrm>
          <a:prstGeom prst="rect">
            <a:avLst/>
          </a:prstGeom>
        </p:spPr>
        <p:txBody>
          <a:bodyPr lIns="365949" tIns="182968" rIns="365949" bIns="182968"/>
          <a:lstStyle/>
          <a:p>
            <a:fld id="{61FD3256-0DFA-4CBE-8B7A-380D525D5D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6936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1514012" y="39677178"/>
            <a:ext cx="7065328" cy="2279159"/>
          </a:xfrm>
          <a:prstGeom prst="rect">
            <a:avLst/>
          </a:prstGeom>
        </p:spPr>
        <p:txBody>
          <a:bodyPr lIns="365949" tIns="182968" rIns="365949" bIns="182968"/>
          <a:lstStyle/>
          <a:p>
            <a:fld id="{B97A18B4-7299-4267-86DD-AEA5FF0EDE62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10345667" y="39677178"/>
            <a:ext cx="9588659" cy="2279159"/>
          </a:xfrm>
          <a:prstGeom prst="rect">
            <a:avLst/>
          </a:prstGeom>
        </p:spPr>
        <p:txBody>
          <a:bodyPr lIns="365949" tIns="182968" rIns="365949" bIns="182968"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21700657" y="39677178"/>
            <a:ext cx="7065328" cy="2279159"/>
          </a:xfrm>
          <a:prstGeom prst="rect">
            <a:avLst/>
          </a:prstGeom>
        </p:spPr>
        <p:txBody>
          <a:bodyPr lIns="365949" tIns="182968" rIns="365949" bIns="182968"/>
          <a:lstStyle/>
          <a:p>
            <a:fld id="{61FD3256-0DFA-4CBE-8B7A-380D525D5D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2283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7336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5" r:id="rId4"/>
  </p:sldLayoutIdLst>
  <p:txStyles>
    <p:titleStyle>
      <a:lvl1pPr algn="ctr" defTabSz="4171448" rtl="0" eaLnBrk="1" latinLnBrk="1" hangingPunct="1">
        <a:spcBef>
          <a:spcPct val="0"/>
        </a:spcBef>
        <a:buNone/>
        <a:defRPr sz="19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64292" indent="-1564292" algn="l" defTabSz="4171448" rtl="0" eaLnBrk="1" latinLnBrk="1" hangingPunct="1">
        <a:spcBef>
          <a:spcPct val="20000"/>
        </a:spcBef>
        <a:buFont typeface="Arial" pitchFamily="34" charset="0"/>
        <a:buChar char="•"/>
        <a:defRPr sz="14400" kern="1200">
          <a:solidFill>
            <a:schemeClr val="tx1"/>
          </a:solidFill>
          <a:latin typeface="+mn-lt"/>
          <a:ea typeface="+mn-ea"/>
          <a:cs typeface="+mn-cs"/>
        </a:defRPr>
      </a:lvl1pPr>
      <a:lvl2pPr marL="3389295" indent="-1303576" algn="l" defTabSz="4171448" rtl="0" eaLnBrk="1" latinLnBrk="1" hangingPunct="1">
        <a:spcBef>
          <a:spcPct val="20000"/>
        </a:spcBef>
        <a:buFont typeface="Arial" pitchFamily="34" charset="0"/>
        <a:buChar char="–"/>
        <a:defRPr sz="12600" kern="1200">
          <a:solidFill>
            <a:schemeClr val="tx1"/>
          </a:solidFill>
          <a:latin typeface="+mn-lt"/>
          <a:ea typeface="+mn-ea"/>
          <a:cs typeface="+mn-cs"/>
        </a:defRPr>
      </a:lvl2pPr>
      <a:lvl3pPr marL="5214312" indent="-1042864" algn="l" defTabSz="4171448" rtl="0" eaLnBrk="1" latinLnBrk="1" hangingPunct="1">
        <a:spcBef>
          <a:spcPct val="20000"/>
        </a:spcBef>
        <a:buFont typeface="Arial" pitchFamily="34" charset="0"/>
        <a:buChar char="•"/>
        <a:defRPr sz="10900" kern="1200">
          <a:solidFill>
            <a:schemeClr val="tx1"/>
          </a:solidFill>
          <a:latin typeface="+mn-lt"/>
          <a:ea typeface="+mn-ea"/>
          <a:cs typeface="+mn-cs"/>
        </a:defRPr>
      </a:lvl3pPr>
      <a:lvl4pPr marL="7300040" indent="-1042864" algn="l" defTabSz="4171448" rtl="0" eaLnBrk="1" latinLnBrk="1" hangingPunct="1">
        <a:spcBef>
          <a:spcPct val="20000"/>
        </a:spcBef>
        <a:buFont typeface="Arial" pitchFamily="34" charset="0"/>
        <a:buChar char="–"/>
        <a:defRPr sz="9200" kern="1200">
          <a:solidFill>
            <a:schemeClr val="tx1"/>
          </a:solidFill>
          <a:latin typeface="+mn-lt"/>
          <a:ea typeface="+mn-ea"/>
          <a:cs typeface="+mn-cs"/>
        </a:defRPr>
      </a:lvl4pPr>
      <a:lvl5pPr marL="9385760" indent="-1042864" algn="l" defTabSz="4171448" rtl="0" eaLnBrk="1" latinLnBrk="1" hangingPunct="1">
        <a:spcBef>
          <a:spcPct val="20000"/>
        </a:spcBef>
        <a:buFont typeface="Arial" pitchFamily="34" charset="0"/>
        <a:buChar char="»"/>
        <a:defRPr sz="9200" kern="1200">
          <a:solidFill>
            <a:schemeClr val="tx1"/>
          </a:solidFill>
          <a:latin typeface="+mn-lt"/>
          <a:ea typeface="+mn-ea"/>
          <a:cs typeface="+mn-cs"/>
        </a:defRPr>
      </a:lvl5pPr>
      <a:lvl6pPr marL="11471480" indent="-1042864" algn="l" defTabSz="4171448" rtl="0" eaLnBrk="1" latinLnBrk="1" hangingPunct="1">
        <a:spcBef>
          <a:spcPct val="20000"/>
        </a:spcBef>
        <a:buFont typeface="Arial" pitchFamily="34" charset="0"/>
        <a:buChar char="•"/>
        <a:defRPr sz="9200" kern="1200">
          <a:solidFill>
            <a:schemeClr val="tx1"/>
          </a:solidFill>
          <a:latin typeface="+mn-lt"/>
          <a:ea typeface="+mn-ea"/>
          <a:cs typeface="+mn-cs"/>
        </a:defRPr>
      </a:lvl6pPr>
      <a:lvl7pPr marL="13557204" indent="-1042864" algn="l" defTabSz="4171448" rtl="0" eaLnBrk="1" latinLnBrk="1" hangingPunct="1">
        <a:spcBef>
          <a:spcPct val="20000"/>
        </a:spcBef>
        <a:buFont typeface="Arial" pitchFamily="34" charset="0"/>
        <a:buChar char="•"/>
        <a:defRPr sz="9200" kern="1200">
          <a:solidFill>
            <a:schemeClr val="tx1"/>
          </a:solidFill>
          <a:latin typeface="+mn-lt"/>
          <a:ea typeface="+mn-ea"/>
          <a:cs typeface="+mn-cs"/>
        </a:defRPr>
      </a:lvl7pPr>
      <a:lvl8pPr marL="15642928" indent="-1042864" algn="l" defTabSz="4171448" rtl="0" eaLnBrk="1" latinLnBrk="1" hangingPunct="1">
        <a:spcBef>
          <a:spcPct val="20000"/>
        </a:spcBef>
        <a:buFont typeface="Arial" pitchFamily="34" charset="0"/>
        <a:buChar char="•"/>
        <a:defRPr sz="9200" kern="1200">
          <a:solidFill>
            <a:schemeClr val="tx1"/>
          </a:solidFill>
          <a:latin typeface="+mn-lt"/>
          <a:ea typeface="+mn-ea"/>
          <a:cs typeface="+mn-cs"/>
        </a:defRPr>
      </a:lvl8pPr>
      <a:lvl9pPr marL="17728656" indent="-1042864" algn="l" defTabSz="4171448" rtl="0" eaLnBrk="1" latinLnBrk="1" hangingPunct="1">
        <a:spcBef>
          <a:spcPct val="20000"/>
        </a:spcBef>
        <a:buFont typeface="Arial" pitchFamily="34" charset="0"/>
        <a:buChar char="•"/>
        <a:defRPr sz="9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4171448" rtl="0" eaLnBrk="1" latinLnBrk="1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1pPr>
      <a:lvl2pPr marL="2085720" algn="l" defTabSz="4171448" rtl="0" eaLnBrk="1" latinLnBrk="1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2pPr>
      <a:lvl3pPr marL="4171448" algn="l" defTabSz="4171448" rtl="0" eaLnBrk="1" latinLnBrk="1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3pPr>
      <a:lvl4pPr marL="6257168" algn="l" defTabSz="4171448" rtl="0" eaLnBrk="1" latinLnBrk="1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4pPr>
      <a:lvl5pPr marL="8342891" algn="l" defTabSz="4171448" rtl="0" eaLnBrk="1" latinLnBrk="1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5pPr>
      <a:lvl6pPr marL="10428624" algn="l" defTabSz="4171448" rtl="0" eaLnBrk="1" latinLnBrk="1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6pPr>
      <a:lvl7pPr marL="12514344" algn="l" defTabSz="4171448" rtl="0" eaLnBrk="1" latinLnBrk="1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7pPr>
      <a:lvl8pPr marL="14600059" algn="l" defTabSz="4171448" rtl="0" eaLnBrk="1" latinLnBrk="1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8pPr>
      <a:lvl9pPr marL="16685792" algn="l" defTabSz="4171448" rtl="0" eaLnBrk="1" latinLnBrk="1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94372" y="665958"/>
            <a:ext cx="21386382" cy="2616103"/>
          </a:xfrm>
          <a:prstGeom prst="rect">
            <a:avLst/>
          </a:prstGeom>
          <a:noFill/>
        </p:spPr>
        <p:txBody>
          <a:bodyPr wrap="square" lIns="365757" tIns="182881" rIns="365757" bIns="182881">
            <a:spAutoFit/>
          </a:bodyPr>
          <a:lstStyle/>
          <a:p>
            <a:pPr lvl="0">
              <a:defRPr/>
            </a:pPr>
            <a:r>
              <a:rPr lang="en-US" altLang="ko-KR" sz="8000" dirty="0">
                <a:solidFill>
                  <a:srgbClr val="FFC60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Please write main title here.</a:t>
            </a:r>
            <a:r>
              <a:rPr lang="ko-KR" altLang="en-US" sz="8000" dirty="0">
                <a:solidFill>
                  <a:srgbClr val="FFC60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endParaRPr lang="en-US" altLang="ko-KR" sz="8000" dirty="0">
              <a:solidFill>
                <a:srgbClr val="FFC600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lvl="0">
              <a:defRPr/>
            </a:pPr>
            <a:r>
              <a:rPr lang="en-US" altLang="ko-KR" sz="6600" dirty="0">
                <a:solidFill>
                  <a:srgbClr val="FFC60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&lt;subtitle&gt;</a:t>
            </a:r>
            <a:endParaRPr lang="en-US" altLang="ko-KR" sz="4800" dirty="0">
              <a:solidFill>
                <a:srgbClr val="FFC600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935494" y="3652228"/>
            <a:ext cx="2949525" cy="4616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30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Basic Computing</a:t>
            </a:r>
            <a:endParaRPr lang="ko-KR" altLang="en-US" sz="30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1664783" y="3537829"/>
            <a:ext cx="1980000" cy="690429"/>
          </a:xfrm>
          <a:prstGeom prst="roundRect">
            <a:avLst>
              <a:gd name="adj" fmla="val 5630"/>
            </a:avLst>
          </a:prstGeom>
          <a:solidFill>
            <a:srgbClr val="E0E0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altLang="ko-KR" sz="3000" dirty="0">
                <a:solidFill>
                  <a:srgbClr val="0F0F7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Subject</a:t>
            </a:r>
            <a:endParaRPr lang="ko-KR" altLang="en-US" sz="3000" dirty="0">
              <a:solidFill>
                <a:srgbClr val="0F0F70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666381" y="6426598"/>
            <a:ext cx="13465495" cy="1299077"/>
            <a:chOff x="1170435" y="9375993"/>
            <a:chExt cx="13465495" cy="1299077"/>
          </a:xfrm>
        </p:grpSpPr>
        <p:sp>
          <p:nvSpPr>
            <p:cNvPr id="2" name="타원 1"/>
            <p:cNvSpPr/>
            <p:nvPr/>
          </p:nvSpPr>
          <p:spPr>
            <a:xfrm>
              <a:off x="1170435" y="9378926"/>
              <a:ext cx="1296144" cy="1296144"/>
            </a:xfrm>
            <a:prstGeom prst="ellipse">
              <a:avLst/>
            </a:prstGeom>
            <a:solidFill>
              <a:srgbClr val="DCDA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3" name="모서리가 둥근 직사각형 2"/>
            <p:cNvSpPr/>
            <p:nvPr/>
          </p:nvSpPr>
          <p:spPr>
            <a:xfrm>
              <a:off x="2466579" y="9375993"/>
              <a:ext cx="12169351" cy="1244723"/>
            </a:xfrm>
            <a:prstGeom prst="roundRect">
              <a:avLst>
                <a:gd name="adj" fmla="val 50000"/>
              </a:avLst>
            </a:prstGeom>
            <a:solidFill>
              <a:srgbClr val="DCDA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98612" tIns="199304" rIns="398612" bIns="199304" anchor="ctr"/>
            <a:lstStyle/>
            <a:p>
              <a:pPr lvl="0">
                <a:defRPr/>
              </a:pPr>
              <a:r>
                <a:rPr lang="en-US" altLang="ko-KR" sz="4000" dirty="0">
                  <a:solidFill>
                    <a:schemeClr val="bg2">
                      <a:lumMod val="25000"/>
                    </a:schemeClr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Background and Need for the Study</a:t>
              </a:r>
              <a:endParaRPr lang="ko-KR" altLang="en-US" sz="4000" dirty="0">
                <a:solidFill>
                  <a:schemeClr val="bg2">
                    <a:lumMod val="2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3935494" y="4524773"/>
            <a:ext cx="2756588" cy="4616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30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Akihiko Yamada</a:t>
            </a:r>
            <a:endParaRPr lang="ko-KR" altLang="en-US" sz="30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5" name="모서리가 둥근 직사각형 24"/>
          <p:cNvSpPr/>
          <p:nvPr/>
        </p:nvSpPr>
        <p:spPr>
          <a:xfrm>
            <a:off x="1664783" y="4410374"/>
            <a:ext cx="1980000" cy="690429"/>
          </a:xfrm>
          <a:prstGeom prst="roundRect">
            <a:avLst>
              <a:gd name="adj" fmla="val 5630"/>
            </a:avLst>
          </a:prstGeom>
          <a:solidFill>
            <a:srgbClr val="E0E0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altLang="ko-KR" sz="3000" dirty="0">
                <a:solidFill>
                  <a:srgbClr val="0F0F7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Professor</a:t>
            </a:r>
            <a:endParaRPr lang="ko-KR" altLang="en-US" sz="3000" dirty="0">
              <a:solidFill>
                <a:srgbClr val="0F0F70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434034" y="3652228"/>
            <a:ext cx="4448334" cy="4616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30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College of Liberal Studies</a:t>
            </a:r>
            <a:endParaRPr lang="ko-KR" altLang="en-US" sz="30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7" name="모서리가 둥근 직사각형 26"/>
          <p:cNvSpPr/>
          <p:nvPr/>
        </p:nvSpPr>
        <p:spPr>
          <a:xfrm>
            <a:off x="8947299" y="3546278"/>
            <a:ext cx="2196024" cy="690429"/>
          </a:xfrm>
          <a:prstGeom prst="roundRect">
            <a:avLst>
              <a:gd name="adj" fmla="val 5630"/>
            </a:avLst>
          </a:prstGeom>
          <a:solidFill>
            <a:srgbClr val="E0E0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altLang="ko-KR" sz="3000" dirty="0">
                <a:solidFill>
                  <a:srgbClr val="0F0F7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Department</a:t>
            </a:r>
            <a:endParaRPr lang="ko-KR" altLang="en-US" sz="3000" dirty="0">
              <a:solidFill>
                <a:srgbClr val="0F0F70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434034" y="4533222"/>
            <a:ext cx="1154162" cy="4616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ko-KR" altLang="en-US" sz="30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이준수</a:t>
            </a:r>
          </a:p>
        </p:txBody>
      </p:sp>
      <p:sp>
        <p:nvSpPr>
          <p:cNvPr id="30" name="모서리가 둥근 직사각형 29"/>
          <p:cNvSpPr/>
          <p:nvPr/>
        </p:nvSpPr>
        <p:spPr>
          <a:xfrm>
            <a:off x="8947299" y="4418823"/>
            <a:ext cx="2196024" cy="690429"/>
          </a:xfrm>
          <a:prstGeom prst="roundRect">
            <a:avLst>
              <a:gd name="adj" fmla="val 5630"/>
            </a:avLst>
          </a:prstGeom>
          <a:solidFill>
            <a:srgbClr val="E0E0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altLang="ko-KR" sz="3000" dirty="0">
                <a:solidFill>
                  <a:srgbClr val="0F0F7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Name</a:t>
            </a:r>
            <a:endParaRPr lang="ko-KR" altLang="en-US" sz="3000" dirty="0">
              <a:solidFill>
                <a:srgbClr val="0F0F70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grpSp>
        <p:nvGrpSpPr>
          <p:cNvPr id="33" name="그룹 32"/>
          <p:cNvGrpSpPr/>
          <p:nvPr/>
        </p:nvGrpSpPr>
        <p:grpSpPr>
          <a:xfrm>
            <a:off x="838481" y="23177284"/>
            <a:ext cx="13465495" cy="1299077"/>
            <a:chOff x="1170435" y="9375993"/>
            <a:chExt cx="13465495" cy="1299077"/>
          </a:xfrm>
        </p:grpSpPr>
        <p:sp>
          <p:nvSpPr>
            <p:cNvPr id="34" name="타원 33"/>
            <p:cNvSpPr/>
            <p:nvPr/>
          </p:nvSpPr>
          <p:spPr>
            <a:xfrm>
              <a:off x="1170435" y="9378926"/>
              <a:ext cx="1296144" cy="1296144"/>
            </a:xfrm>
            <a:prstGeom prst="ellipse">
              <a:avLst/>
            </a:prstGeom>
            <a:solidFill>
              <a:srgbClr val="C5A86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35" name="모서리가 둥근 직사각형 34"/>
            <p:cNvSpPr/>
            <p:nvPr/>
          </p:nvSpPr>
          <p:spPr>
            <a:xfrm>
              <a:off x="2466579" y="9375993"/>
              <a:ext cx="12169351" cy="1244723"/>
            </a:xfrm>
            <a:prstGeom prst="roundRect">
              <a:avLst>
                <a:gd name="adj" fmla="val 50000"/>
              </a:avLst>
            </a:prstGeom>
            <a:solidFill>
              <a:srgbClr val="C5A86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98612" tIns="199304" rIns="398612" bIns="199304" anchor="ctr"/>
            <a:lstStyle/>
            <a:p>
              <a:pPr lvl="0">
                <a:defRPr/>
              </a:pPr>
              <a:r>
                <a:rPr lang="en-US" altLang="ko-KR" sz="4000" dirty="0">
                  <a:solidFill>
                    <a:schemeClr val="bg2">
                      <a:lumMod val="25000"/>
                    </a:schemeClr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Project Workflow</a:t>
              </a:r>
              <a:endParaRPr lang="ko-KR" altLang="en-US" sz="4000" dirty="0">
                <a:solidFill>
                  <a:schemeClr val="bg2">
                    <a:lumMod val="2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</p:grpSp>
      <p:grpSp>
        <p:nvGrpSpPr>
          <p:cNvPr id="39" name="그룹 38"/>
          <p:cNvGrpSpPr/>
          <p:nvPr/>
        </p:nvGrpSpPr>
        <p:grpSpPr>
          <a:xfrm>
            <a:off x="16194728" y="23204462"/>
            <a:ext cx="13465495" cy="1296144"/>
            <a:chOff x="1170435" y="9375993"/>
            <a:chExt cx="13465495" cy="1296144"/>
          </a:xfrm>
        </p:grpSpPr>
        <p:sp>
          <p:nvSpPr>
            <p:cNvPr id="42" name="타원 41"/>
            <p:cNvSpPr/>
            <p:nvPr/>
          </p:nvSpPr>
          <p:spPr>
            <a:xfrm>
              <a:off x="1170435" y="9375993"/>
              <a:ext cx="1296144" cy="1296144"/>
            </a:xfrm>
            <a:prstGeom prst="ellipse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46" name="모서리가 둥근 직사각형 45"/>
            <p:cNvSpPr/>
            <p:nvPr/>
          </p:nvSpPr>
          <p:spPr>
            <a:xfrm>
              <a:off x="2466579" y="9375993"/>
              <a:ext cx="12169351" cy="1244723"/>
            </a:xfrm>
            <a:prstGeom prst="roundRect">
              <a:avLst>
                <a:gd name="adj" fmla="val 50000"/>
              </a:avLst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98612" tIns="199304" rIns="398612" bIns="199304" anchor="ctr"/>
            <a:lstStyle/>
            <a:p>
              <a:pPr lvl="0">
                <a:defRPr/>
              </a:pPr>
              <a:r>
                <a:rPr lang="en-US" altLang="ko-KR" sz="4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Expected Outcomes of the Project</a:t>
              </a:r>
              <a:endParaRPr lang="ko-KR" alt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</p:grpSp>
      <p:sp>
        <p:nvSpPr>
          <p:cNvPr id="57" name="TextBox 56"/>
          <p:cNvSpPr txBox="1"/>
          <p:nvPr/>
        </p:nvSpPr>
        <p:spPr>
          <a:xfrm>
            <a:off x="1967766" y="8171466"/>
            <a:ext cx="13389365" cy="4308874"/>
          </a:xfrm>
          <a:prstGeom prst="rect">
            <a:avLst/>
          </a:prstGeom>
          <a:noFill/>
        </p:spPr>
        <p:txBody>
          <a:bodyPr wrap="none" lIns="365757" tIns="182881" rIns="365757" bIns="182881" rtlCol="0">
            <a:spAutoFit/>
          </a:bodyPr>
          <a:lstStyle/>
          <a:p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This is the section for entering content.</a:t>
            </a:r>
          </a:p>
          <a:p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The positions of the writing items can be adjusted,</a:t>
            </a:r>
            <a:b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</a:b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and depending on the content, it is possible to edit </a:t>
            </a:r>
          </a:p>
          <a:p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the layout into a single column instead of a double-column format.</a:t>
            </a:r>
          </a:p>
          <a:p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Fonts used in the template (free fonts):</a:t>
            </a:r>
          </a:p>
          <a:p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-Title: </a:t>
            </a:r>
            <a:r>
              <a:rPr lang="en-US" altLang="ko-KR" sz="3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KoPubWorld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3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Dotum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Bold</a:t>
            </a:r>
          </a:p>
          <a:p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-Body Text: </a:t>
            </a:r>
            <a:r>
              <a:rPr lang="en-US" altLang="ko-KR" sz="3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KoPubWorld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3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Dotum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Medium</a:t>
            </a:r>
          </a:p>
          <a:p>
            <a:endParaRPr lang="ko-KR" altLang="en-US" sz="3200" dirty="0">
              <a:solidFill>
                <a:schemeClr val="tx1">
                  <a:lumMod val="75000"/>
                  <a:lumOff val="25000"/>
                </a:schemeClr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grpSp>
        <p:nvGrpSpPr>
          <p:cNvPr id="61" name="그룹 60"/>
          <p:cNvGrpSpPr/>
          <p:nvPr/>
        </p:nvGrpSpPr>
        <p:grpSpPr>
          <a:xfrm>
            <a:off x="16018622" y="6428296"/>
            <a:ext cx="13465495" cy="1299077"/>
            <a:chOff x="1170435" y="9375993"/>
            <a:chExt cx="13465495" cy="1299077"/>
          </a:xfrm>
        </p:grpSpPr>
        <p:sp>
          <p:nvSpPr>
            <p:cNvPr id="78" name="타원 77"/>
            <p:cNvSpPr/>
            <p:nvPr/>
          </p:nvSpPr>
          <p:spPr>
            <a:xfrm>
              <a:off x="1170435" y="9378926"/>
              <a:ext cx="1296144" cy="1296144"/>
            </a:xfrm>
            <a:prstGeom prst="ellipse">
              <a:avLst/>
            </a:prstGeom>
            <a:solidFill>
              <a:srgbClr val="B5B6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82" name="모서리가 둥근 직사각형 81"/>
            <p:cNvSpPr/>
            <p:nvPr/>
          </p:nvSpPr>
          <p:spPr>
            <a:xfrm>
              <a:off x="2466579" y="9375993"/>
              <a:ext cx="12169351" cy="1244723"/>
            </a:xfrm>
            <a:prstGeom prst="roundRect">
              <a:avLst>
                <a:gd name="adj" fmla="val 50000"/>
              </a:avLst>
            </a:prstGeom>
            <a:solidFill>
              <a:srgbClr val="B5B6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98612" tIns="199304" rIns="398612" bIns="199304" anchor="ctr"/>
            <a:lstStyle/>
            <a:p>
              <a:pPr lvl="0">
                <a:defRPr/>
              </a:pPr>
              <a:r>
                <a:rPr lang="en-US" altLang="ko-KR" sz="4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Results of the Project</a:t>
              </a:r>
              <a:endParaRPr lang="ko-KR" alt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</p:grpSp>
      <p:sp>
        <p:nvSpPr>
          <p:cNvPr id="89" name="Freeform 70"/>
          <p:cNvSpPr>
            <a:spLocks noEditPoints="1"/>
          </p:cNvSpPr>
          <p:nvPr/>
        </p:nvSpPr>
        <p:spPr bwMode="auto">
          <a:xfrm>
            <a:off x="1126514" y="23417893"/>
            <a:ext cx="720078" cy="763503"/>
          </a:xfrm>
          <a:custGeom>
            <a:avLst/>
            <a:gdLst>
              <a:gd name="T0" fmla="*/ 28 w 144"/>
              <a:gd name="T1" fmla="*/ 120 h 176"/>
              <a:gd name="T2" fmla="*/ 28 w 144"/>
              <a:gd name="T3" fmla="*/ 128 h 176"/>
              <a:gd name="T4" fmla="*/ 80 w 144"/>
              <a:gd name="T5" fmla="*/ 124 h 176"/>
              <a:gd name="T6" fmla="*/ 60 w 144"/>
              <a:gd name="T7" fmla="*/ 144 h 176"/>
              <a:gd name="T8" fmla="*/ 24 w 144"/>
              <a:gd name="T9" fmla="*/ 148 h 176"/>
              <a:gd name="T10" fmla="*/ 60 w 144"/>
              <a:gd name="T11" fmla="*/ 152 h 176"/>
              <a:gd name="T12" fmla="*/ 60 w 144"/>
              <a:gd name="T13" fmla="*/ 144 h 176"/>
              <a:gd name="T14" fmla="*/ 44 w 144"/>
              <a:gd name="T15" fmla="*/ 80 h 176"/>
              <a:gd name="T16" fmla="*/ 44 w 144"/>
              <a:gd name="T17" fmla="*/ 72 h 176"/>
              <a:gd name="T18" fmla="*/ 24 w 144"/>
              <a:gd name="T19" fmla="*/ 76 h 176"/>
              <a:gd name="T20" fmla="*/ 24 w 144"/>
              <a:gd name="T21" fmla="*/ 100 h 176"/>
              <a:gd name="T22" fmla="*/ 76 w 144"/>
              <a:gd name="T23" fmla="*/ 104 h 176"/>
              <a:gd name="T24" fmla="*/ 76 w 144"/>
              <a:gd name="T25" fmla="*/ 96 h 176"/>
              <a:gd name="T26" fmla="*/ 24 w 144"/>
              <a:gd name="T27" fmla="*/ 100 h 176"/>
              <a:gd name="T28" fmla="*/ 56 w 144"/>
              <a:gd name="T29" fmla="*/ 0 h 176"/>
              <a:gd name="T30" fmla="*/ 40 w 144"/>
              <a:gd name="T31" fmla="*/ 28 h 176"/>
              <a:gd name="T32" fmla="*/ 48 w 144"/>
              <a:gd name="T33" fmla="*/ 28 h 176"/>
              <a:gd name="T34" fmla="*/ 56 w 144"/>
              <a:gd name="T35" fmla="*/ 8 h 176"/>
              <a:gd name="T36" fmla="*/ 104 w 144"/>
              <a:gd name="T37" fmla="*/ 32 h 176"/>
              <a:gd name="T38" fmla="*/ 136 w 144"/>
              <a:gd name="T39" fmla="*/ 40 h 176"/>
              <a:gd name="T40" fmla="*/ 128 w 144"/>
              <a:gd name="T41" fmla="*/ 128 h 176"/>
              <a:gd name="T42" fmla="*/ 112 w 144"/>
              <a:gd name="T43" fmla="*/ 132 h 176"/>
              <a:gd name="T44" fmla="*/ 128 w 144"/>
              <a:gd name="T45" fmla="*/ 136 h 176"/>
              <a:gd name="T46" fmla="*/ 144 w 144"/>
              <a:gd name="T47" fmla="*/ 32 h 176"/>
              <a:gd name="T48" fmla="*/ 112 w 144"/>
              <a:gd name="T49" fmla="*/ 32 h 176"/>
              <a:gd name="T50" fmla="*/ 133 w 144"/>
              <a:gd name="T51" fmla="*/ 32 h 176"/>
              <a:gd name="T52" fmla="*/ 16 w 144"/>
              <a:gd name="T53" fmla="*/ 40 h 176"/>
              <a:gd name="T54" fmla="*/ 0 w 144"/>
              <a:gd name="T55" fmla="*/ 160 h 176"/>
              <a:gd name="T56" fmla="*/ 88 w 144"/>
              <a:gd name="T57" fmla="*/ 176 h 176"/>
              <a:gd name="T58" fmla="*/ 104 w 144"/>
              <a:gd name="T59" fmla="*/ 72 h 176"/>
              <a:gd name="T60" fmla="*/ 16 w 144"/>
              <a:gd name="T61" fmla="*/ 40 h 176"/>
              <a:gd name="T62" fmla="*/ 88 w 144"/>
              <a:gd name="T63" fmla="*/ 168 h 176"/>
              <a:gd name="T64" fmla="*/ 8 w 144"/>
              <a:gd name="T65" fmla="*/ 160 h 176"/>
              <a:gd name="T66" fmla="*/ 16 w 144"/>
              <a:gd name="T67" fmla="*/ 48 h 176"/>
              <a:gd name="T68" fmla="*/ 64 w 144"/>
              <a:gd name="T69" fmla="*/ 72 h 176"/>
              <a:gd name="T70" fmla="*/ 96 w 144"/>
              <a:gd name="T71" fmla="*/ 80 h 176"/>
              <a:gd name="T72" fmla="*/ 72 w 144"/>
              <a:gd name="T73" fmla="*/ 72 h 176"/>
              <a:gd name="T74" fmla="*/ 93 w 144"/>
              <a:gd name="T75" fmla="*/ 72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44" h="176">
                <a:moveTo>
                  <a:pt x="76" y="120"/>
                </a:moveTo>
                <a:cubicBezTo>
                  <a:pt x="28" y="120"/>
                  <a:pt x="28" y="120"/>
                  <a:pt x="28" y="120"/>
                </a:cubicBezTo>
                <a:cubicBezTo>
                  <a:pt x="26" y="120"/>
                  <a:pt x="24" y="122"/>
                  <a:pt x="24" y="124"/>
                </a:cubicBezTo>
                <a:cubicBezTo>
                  <a:pt x="24" y="126"/>
                  <a:pt x="26" y="128"/>
                  <a:pt x="28" y="128"/>
                </a:cubicBezTo>
                <a:cubicBezTo>
                  <a:pt x="76" y="128"/>
                  <a:pt x="76" y="128"/>
                  <a:pt x="76" y="128"/>
                </a:cubicBezTo>
                <a:cubicBezTo>
                  <a:pt x="78" y="128"/>
                  <a:pt x="80" y="126"/>
                  <a:pt x="80" y="124"/>
                </a:cubicBezTo>
                <a:cubicBezTo>
                  <a:pt x="80" y="122"/>
                  <a:pt x="78" y="120"/>
                  <a:pt x="76" y="120"/>
                </a:cubicBezTo>
                <a:moveTo>
                  <a:pt x="60" y="144"/>
                </a:moveTo>
                <a:cubicBezTo>
                  <a:pt x="28" y="144"/>
                  <a:pt x="28" y="144"/>
                  <a:pt x="28" y="144"/>
                </a:cubicBezTo>
                <a:cubicBezTo>
                  <a:pt x="26" y="144"/>
                  <a:pt x="24" y="146"/>
                  <a:pt x="24" y="148"/>
                </a:cubicBezTo>
                <a:cubicBezTo>
                  <a:pt x="24" y="150"/>
                  <a:pt x="26" y="152"/>
                  <a:pt x="28" y="152"/>
                </a:cubicBezTo>
                <a:cubicBezTo>
                  <a:pt x="60" y="152"/>
                  <a:pt x="60" y="152"/>
                  <a:pt x="60" y="152"/>
                </a:cubicBezTo>
                <a:cubicBezTo>
                  <a:pt x="62" y="152"/>
                  <a:pt x="64" y="150"/>
                  <a:pt x="64" y="148"/>
                </a:cubicBezTo>
                <a:cubicBezTo>
                  <a:pt x="64" y="146"/>
                  <a:pt x="62" y="144"/>
                  <a:pt x="60" y="144"/>
                </a:cubicBezTo>
                <a:moveTo>
                  <a:pt x="28" y="80"/>
                </a:moveTo>
                <a:cubicBezTo>
                  <a:pt x="44" y="80"/>
                  <a:pt x="44" y="80"/>
                  <a:pt x="44" y="80"/>
                </a:cubicBezTo>
                <a:cubicBezTo>
                  <a:pt x="46" y="80"/>
                  <a:pt x="48" y="78"/>
                  <a:pt x="48" y="76"/>
                </a:cubicBezTo>
                <a:cubicBezTo>
                  <a:pt x="48" y="74"/>
                  <a:pt x="46" y="72"/>
                  <a:pt x="44" y="72"/>
                </a:cubicBezTo>
                <a:cubicBezTo>
                  <a:pt x="28" y="72"/>
                  <a:pt x="28" y="72"/>
                  <a:pt x="28" y="72"/>
                </a:cubicBezTo>
                <a:cubicBezTo>
                  <a:pt x="26" y="72"/>
                  <a:pt x="24" y="74"/>
                  <a:pt x="24" y="76"/>
                </a:cubicBezTo>
                <a:cubicBezTo>
                  <a:pt x="24" y="78"/>
                  <a:pt x="26" y="80"/>
                  <a:pt x="28" y="80"/>
                </a:cubicBezTo>
                <a:moveTo>
                  <a:pt x="24" y="100"/>
                </a:moveTo>
                <a:cubicBezTo>
                  <a:pt x="24" y="102"/>
                  <a:pt x="26" y="104"/>
                  <a:pt x="28" y="104"/>
                </a:cubicBezTo>
                <a:cubicBezTo>
                  <a:pt x="76" y="104"/>
                  <a:pt x="76" y="104"/>
                  <a:pt x="76" y="104"/>
                </a:cubicBezTo>
                <a:cubicBezTo>
                  <a:pt x="78" y="104"/>
                  <a:pt x="80" y="102"/>
                  <a:pt x="80" y="100"/>
                </a:cubicBezTo>
                <a:cubicBezTo>
                  <a:pt x="80" y="98"/>
                  <a:pt x="78" y="96"/>
                  <a:pt x="76" y="96"/>
                </a:cubicBezTo>
                <a:cubicBezTo>
                  <a:pt x="28" y="96"/>
                  <a:pt x="28" y="96"/>
                  <a:pt x="28" y="96"/>
                </a:cubicBezTo>
                <a:cubicBezTo>
                  <a:pt x="26" y="96"/>
                  <a:pt x="24" y="98"/>
                  <a:pt x="24" y="100"/>
                </a:cubicBezTo>
                <a:moveTo>
                  <a:pt x="116" y="0"/>
                </a:moveTo>
                <a:cubicBezTo>
                  <a:pt x="56" y="0"/>
                  <a:pt x="56" y="0"/>
                  <a:pt x="56" y="0"/>
                </a:cubicBezTo>
                <a:cubicBezTo>
                  <a:pt x="47" y="0"/>
                  <a:pt x="40" y="7"/>
                  <a:pt x="40" y="16"/>
                </a:cubicBezTo>
                <a:cubicBezTo>
                  <a:pt x="40" y="28"/>
                  <a:pt x="40" y="28"/>
                  <a:pt x="40" y="28"/>
                </a:cubicBezTo>
                <a:cubicBezTo>
                  <a:pt x="40" y="30"/>
                  <a:pt x="42" y="32"/>
                  <a:pt x="44" y="32"/>
                </a:cubicBezTo>
                <a:cubicBezTo>
                  <a:pt x="46" y="32"/>
                  <a:pt x="48" y="30"/>
                  <a:pt x="48" y="28"/>
                </a:cubicBezTo>
                <a:cubicBezTo>
                  <a:pt x="48" y="16"/>
                  <a:pt x="48" y="16"/>
                  <a:pt x="48" y="16"/>
                </a:cubicBezTo>
                <a:cubicBezTo>
                  <a:pt x="48" y="12"/>
                  <a:pt x="52" y="8"/>
                  <a:pt x="56" y="8"/>
                </a:cubicBezTo>
                <a:cubicBezTo>
                  <a:pt x="104" y="8"/>
                  <a:pt x="104" y="8"/>
                  <a:pt x="104" y="8"/>
                </a:cubicBezTo>
                <a:cubicBezTo>
                  <a:pt x="104" y="32"/>
                  <a:pt x="104" y="32"/>
                  <a:pt x="104" y="32"/>
                </a:cubicBezTo>
                <a:cubicBezTo>
                  <a:pt x="104" y="36"/>
                  <a:pt x="108" y="40"/>
                  <a:pt x="112" y="40"/>
                </a:cubicBezTo>
                <a:cubicBezTo>
                  <a:pt x="136" y="40"/>
                  <a:pt x="136" y="40"/>
                  <a:pt x="136" y="40"/>
                </a:cubicBezTo>
                <a:cubicBezTo>
                  <a:pt x="136" y="120"/>
                  <a:pt x="136" y="120"/>
                  <a:pt x="136" y="120"/>
                </a:cubicBezTo>
                <a:cubicBezTo>
                  <a:pt x="136" y="124"/>
                  <a:pt x="132" y="128"/>
                  <a:pt x="128" y="128"/>
                </a:cubicBezTo>
                <a:cubicBezTo>
                  <a:pt x="116" y="128"/>
                  <a:pt x="116" y="128"/>
                  <a:pt x="116" y="128"/>
                </a:cubicBezTo>
                <a:cubicBezTo>
                  <a:pt x="114" y="128"/>
                  <a:pt x="112" y="130"/>
                  <a:pt x="112" y="132"/>
                </a:cubicBezTo>
                <a:cubicBezTo>
                  <a:pt x="112" y="134"/>
                  <a:pt x="114" y="136"/>
                  <a:pt x="116" y="136"/>
                </a:cubicBezTo>
                <a:cubicBezTo>
                  <a:pt x="128" y="136"/>
                  <a:pt x="128" y="136"/>
                  <a:pt x="128" y="136"/>
                </a:cubicBezTo>
                <a:cubicBezTo>
                  <a:pt x="137" y="136"/>
                  <a:pt x="144" y="129"/>
                  <a:pt x="144" y="120"/>
                </a:cubicBezTo>
                <a:cubicBezTo>
                  <a:pt x="144" y="32"/>
                  <a:pt x="144" y="32"/>
                  <a:pt x="144" y="32"/>
                </a:cubicBezTo>
                <a:lnTo>
                  <a:pt x="116" y="0"/>
                </a:lnTo>
                <a:close/>
                <a:moveTo>
                  <a:pt x="112" y="32"/>
                </a:moveTo>
                <a:cubicBezTo>
                  <a:pt x="112" y="9"/>
                  <a:pt x="112" y="9"/>
                  <a:pt x="112" y="9"/>
                </a:cubicBezTo>
                <a:cubicBezTo>
                  <a:pt x="133" y="32"/>
                  <a:pt x="133" y="32"/>
                  <a:pt x="133" y="32"/>
                </a:cubicBezTo>
                <a:lnTo>
                  <a:pt x="112" y="32"/>
                </a:lnTo>
                <a:close/>
                <a:moveTo>
                  <a:pt x="16" y="40"/>
                </a:moveTo>
                <a:cubicBezTo>
                  <a:pt x="7" y="40"/>
                  <a:pt x="0" y="47"/>
                  <a:pt x="0" y="56"/>
                </a:cubicBezTo>
                <a:cubicBezTo>
                  <a:pt x="0" y="160"/>
                  <a:pt x="0" y="160"/>
                  <a:pt x="0" y="160"/>
                </a:cubicBezTo>
                <a:cubicBezTo>
                  <a:pt x="0" y="169"/>
                  <a:pt x="7" y="176"/>
                  <a:pt x="16" y="176"/>
                </a:cubicBezTo>
                <a:cubicBezTo>
                  <a:pt x="88" y="176"/>
                  <a:pt x="88" y="176"/>
                  <a:pt x="88" y="176"/>
                </a:cubicBezTo>
                <a:cubicBezTo>
                  <a:pt x="97" y="176"/>
                  <a:pt x="104" y="169"/>
                  <a:pt x="104" y="160"/>
                </a:cubicBezTo>
                <a:cubicBezTo>
                  <a:pt x="104" y="72"/>
                  <a:pt x="104" y="72"/>
                  <a:pt x="104" y="72"/>
                </a:cubicBezTo>
                <a:cubicBezTo>
                  <a:pt x="76" y="40"/>
                  <a:pt x="76" y="40"/>
                  <a:pt x="76" y="40"/>
                </a:cubicBezTo>
                <a:lnTo>
                  <a:pt x="16" y="40"/>
                </a:lnTo>
                <a:close/>
                <a:moveTo>
                  <a:pt x="96" y="160"/>
                </a:moveTo>
                <a:cubicBezTo>
                  <a:pt x="96" y="164"/>
                  <a:pt x="92" y="168"/>
                  <a:pt x="88" y="168"/>
                </a:cubicBezTo>
                <a:cubicBezTo>
                  <a:pt x="16" y="168"/>
                  <a:pt x="16" y="168"/>
                  <a:pt x="16" y="168"/>
                </a:cubicBezTo>
                <a:cubicBezTo>
                  <a:pt x="12" y="168"/>
                  <a:pt x="8" y="164"/>
                  <a:pt x="8" y="160"/>
                </a:cubicBezTo>
                <a:cubicBezTo>
                  <a:pt x="8" y="56"/>
                  <a:pt x="8" y="56"/>
                  <a:pt x="8" y="56"/>
                </a:cubicBezTo>
                <a:cubicBezTo>
                  <a:pt x="8" y="52"/>
                  <a:pt x="12" y="48"/>
                  <a:pt x="16" y="48"/>
                </a:cubicBezTo>
                <a:cubicBezTo>
                  <a:pt x="64" y="48"/>
                  <a:pt x="64" y="48"/>
                  <a:pt x="64" y="48"/>
                </a:cubicBezTo>
                <a:cubicBezTo>
                  <a:pt x="64" y="72"/>
                  <a:pt x="64" y="72"/>
                  <a:pt x="64" y="72"/>
                </a:cubicBezTo>
                <a:cubicBezTo>
                  <a:pt x="64" y="76"/>
                  <a:pt x="68" y="80"/>
                  <a:pt x="72" y="80"/>
                </a:cubicBezTo>
                <a:cubicBezTo>
                  <a:pt x="96" y="80"/>
                  <a:pt x="96" y="80"/>
                  <a:pt x="96" y="80"/>
                </a:cubicBezTo>
                <a:lnTo>
                  <a:pt x="96" y="160"/>
                </a:lnTo>
                <a:close/>
                <a:moveTo>
                  <a:pt x="72" y="72"/>
                </a:moveTo>
                <a:cubicBezTo>
                  <a:pt x="72" y="49"/>
                  <a:pt x="72" y="49"/>
                  <a:pt x="72" y="49"/>
                </a:cubicBezTo>
                <a:cubicBezTo>
                  <a:pt x="93" y="72"/>
                  <a:pt x="93" y="72"/>
                  <a:pt x="93" y="72"/>
                </a:cubicBezTo>
                <a:lnTo>
                  <a:pt x="72" y="72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91" name="Freeform 172"/>
          <p:cNvSpPr>
            <a:spLocks noEditPoints="1"/>
          </p:cNvSpPr>
          <p:nvPr/>
        </p:nvSpPr>
        <p:spPr bwMode="auto">
          <a:xfrm>
            <a:off x="1026419" y="6711170"/>
            <a:ext cx="509668" cy="675578"/>
          </a:xfrm>
          <a:custGeom>
            <a:avLst/>
            <a:gdLst>
              <a:gd name="T0" fmla="*/ 120 w 176"/>
              <a:gd name="T1" fmla="*/ 256 h 256"/>
              <a:gd name="T2" fmla="*/ 120 w 176"/>
              <a:gd name="T3" fmla="*/ 232 h 256"/>
              <a:gd name="T4" fmla="*/ 128 w 176"/>
              <a:gd name="T5" fmla="*/ 232 h 256"/>
              <a:gd name="T6" fmla="*/ 128 w 176"/>
              <a:gd name="T7" fmla="*/ 208 h 256"/>
              <a:gd name="T8" fmla="*/ 136 w 176"/>
              <a:gd name="T9" fmla="*/ 208 h 256"/>
              <a:gd name="T10" fmla="*/ 136 w 176"/>
              <a:gd name="T11" fmla="*/ 184 h 256"/>
              <a:gd name="T12" fmla="*/ 136 w 176"/>
              <a:gd name="T13" fmla="*/ 162 h 256"/>
              <a:gd name="T14" fmla="*/ 176 w 176"/>
              <a:gd name="T15" fmla="*/ 88 h 256"/>
              <a:gd name="T16" fmla="*/ 88 w 176"/>
              <a:gd name="T17" fmla="*/ 0 h 256"/>
              <a:gd name="T18" fmla="*/ 0 w 176"/>
              <a:gd name="T19" fmla="*/ 88 h 256"/>
              <a:gd name="T20" fmla="*/ 40 w 176"/>
              <a:gd name="T21" fmla="*/ 162 h 256"/>
              <a:gd name="T22" fmla="*/ 40 w 176"/>
              <a:gd name="T23" fmla="*/ 176 h 256"/>
              <a:gd name="T24" fmla="*/ 40 w 176"/>
              <a:gd name="T25" fmla="*/ 184 h 256"/>
              <a:gd name="T26" fmla="*/ 40 w 176"/>
              <a:gd name="T27" fmla="*/ 208 h 256"/>
              <a:gd name="T28" fmla="*/ 48 w 176"/>
              <a:gd name="T29" fmla="*/ 208 h 256"/>
              <a:gd name="T30" fmla="*/ 48 w 176"/>
              <a:gd name="T31" fmla="*/ 232 h 256"/>
              <a:gd name="T32" fmla="*/ 56 w 176"/>
              <a:gd name="T33" fmla="*/ 232 h 256"/>
              <a:gd name="T34" fmla="*/ 56 w 176"/>
              <a:gd name="T35" fmla="*/ 256 h 256"/>
              <a:gd name="T36" fmla="*/ 120 w 176"/>
              <a:gd name="T37" fmla="*/ 256 h 256"/>
              <a:gd name="T38" fmla="*/ 112 w 176"/>
              <a:gd name="T39" fmla="*/ 248 h 256"/>
              <a:gd name="T40" fmla="*/ 64 w 176"/>
              <a:gd name="T41" fmla="*/ 248 h 256"/>
              <a:gd name="T42" fmla="*/ 64 w 176"/>
              <a:gd name="T43" fmla="*/ 232 h 256"/>
              <a:gd name="T44" fmla="*/ 112 w 176"/>
              <a:gd name="T45" fmla="*/ 232 h 256"/>
              <a:gd name="T46" fmla="*/ 112 w 176"/>
              <a:gd name="T47" fmla="*/ 248 h 256"/>
              <a:gd name="T48" fmla="*/ 46 w 176"/>
              <a:gd name="T49" fmla="*/ 157 h 256"/>
              <a:gd name="T50" fmla="*/ 8 w 176"/>
              <a:gd name="T51" fmla="*/ 88 h 256"/>
              <a:gd name="T52" fmla="*/ 88 w 176"/>
              <a:gd name="T53" fmla="*/ 8 h 256"/>
              <a:gd name="T54" fmla="*/ 168 w 176"/>
              <a:gd name="T55" fmla="*/ 88 h 256"/>
              <a:gd name="T56" fmla="*/ 130 w 176"/>
              <a:gd name="T57" fmla="*/ 156 h 256"/>
              <a:gd name="T58" fmla="*/ 128 w 176"/>
              <a:gd name="T59" fmla="*/ 157 h 256"/>
              <a:gd name="T60" fmla="*/ 128 w 176"/>
              <a:gd name="T61" fmla="*/ 176 h 256"/>
              <a:gd name="T62" fmla="*/ 109 w 176"/>
              <a:gd name="T63" fmla="*/ 176 h 256"/>
              <a:gd name="T64" fmla="*/ 120 w 176"/>
              <a:gd name="T65" fmla="*/ 101 h 256"/>
              <a:gd name="T66" fmla="*/ 112 w 176"/>
              <a:gd name="T67" fmla="*/ 99 h 256"/>
              <a:gd name="T68" fmla="*/ 112 w 176"/>
              <a:gd name="T69" fmla="*/ 102 h 256"/>
              <a:gd name="T70" fmla="*/ 100 w 176"/>
              <a:gd name="T71" fmla="*/ 111 h 256"/>
              <a:gd name="T72" fmla="*/ 88 w 176"/>
              <a:gd name="T73" fmla="*/ 98 h 256"/>
              <a:gd name="T74" fmla="*/ 76 w 176"/>
              <a:gd name="T75" fmla="*/ 111 h 256"/>
              <a:gd name="T76" fmla="*/ 64 w 176"/>
              <a:gd name="T77" fmla="*/ 102 h 256"/>
              <a:gd name="T78" fmla="*/ 64 w 176"/>
              <a:gd name="T79" fmla="*/ 99 h 256"/>
              <a:gd name="T80" fmla="*/ 56 w 176"/>
              <a:gd name="T81" fmla="*/ 101 h 256"/>
              <a:gd name="T82" fmla="*/ 67 w 176"/>
              <a:gd name="T83" fmla="*/ 176 h 256"/>
              <a:gd name="T84" fmla="*/ 48 w 176"/>
              <a:gd name="T85" fmla="*/ 176 h 256"/>
              <a:gd name="T86" fmla="*/ 48 w 176"/>
              <a:gd name="T87" fmla="*/ 158 h 256"/>
              <a:gd name="T88" fmla="*/ 46 w 176"/>
              <a:gd name="T89" fmla="*/ 157 h 256"/>
              <a:gd name="T90" fmla="*/ 76 w 176"/>
              <a:gd name="T91" fmla="*/ 176 h 256"/>
              <a:gd name="T92" fmla="*/ 66 w 176"/>
              <a:gd name="T93" fmla="*/ 114 h 256"/>
              <a:gd name="T94" fmla="*/ 76 w 176"/>
              <a:gd name="T95" fmla="*/ 121 h 256"/>
              <a:gd name="T96" fmla="*/ 88 w 176"/>
              <a:gd name="T97" fmla="*/ 110 h 256"/>
              <a:gd name="T98" fmla="*/ 100 w 176"/>
              <a:gd name="T99" fmla="*/ 121 h 256"/>
              <a:gd name="T100" fmla="*/ 110 w 176"/>
              <a:gd name="T101" fmla="*/ 114 h 256"/>
              <a:gd name="T102" fmla="*/ 101 w 176"/>
              <a:gd name="T103" fmla="*/ 176 h 256"/>
              <a:gd name="T104" fmla="*/ 76 w 176"/>
              <a:gd name="T105" fmla="*/ 176 h 256"/>
              <a:gd name="T106" fmla="*/ 48 w 176"/>
              <a:gd name="T107" fmla="*/ 184 h 256"/>
              <a:gd name="T108" fmla="*/ 128 w 176"/>
              <a:gd name="T109" fmla="*/ 184 h 256"/>
              <a:gd name="T110" fmla="*/ 128 w 176"/>
              <a:gd name="T111" fmla="*/ 200 h 256"/>
              <a:gd name="T112" fmla="*/ 48 w 176"/>
              <a:gd name="T113" fmla="*/ 200 h 256"/>
              <a:gd name="T114" fmla="*/ 48 w 176"/>
              <a:gd name="T115" fmla="*/ 184 h 256"/>
              <a:gd name="T116" fmla="*/ 56 w 176"/>
              <a:gd name="T117" fmla="*/ 208 h 256"/>
              <a:gd name="T118" fmla="*/ 120 w 176"/>
              <a:gd name="T119" fmla="*/ 208 h 256"/>
              <a:gd name="T120" fmla="*/ 120 w 176"/>
              <a:gd name="T121" fmla="*/ 224 h 256"/>
              <a:gd name="T122" fmla="*/ 56 w 176"/>
              <a:gd name="T123" fmla="*/ 224 h 256"/>
              <a:gd name="T124" fmla="*/ 56 w 176"/>
              <a:gd name="T125" fmla="*/ 208 h 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76" h="256">
                <a:moveTo>
                  <a:pt x="120" y="256"/>
                </a:moveTo>
                <a:cubicBezTo>
                  <a:pt x="120" y="232"/>
                  <a:pt x="120" y="232"/>
                  <a:pt x="120" y="232"/>
                </a:cubicBezTo>
                <a:cubicBezTo>
                  <a:pt x="128" y="232"/>
                  <a:pt x="128" y="232"/>
                  <a:pt x="128" y="232"/>
                </a:cubicBezTo>
                <a:cubicBezTo>
                  <a:pt x="128" y="208"/>
                  <a:pt x="128" y="208"/>
                  <a:pt x="128" y="208"/>
                </a:cubicBezTo>
                <a:cubicBezTo>
                  <a:pt x="136" y="208"/>
                  <a:pt x="136" y="208"/>
                  <a:pt x="136" y="208"/>
                </a:cubicBezTo>
                <a:cubicBezTo>
                  <a:pt x="136" y="184"/>
                  <a:pt x="136" y="184"/>
                  <a:pt x="136" y="184"/>
                </a:cubicBezTo>
                <a:cubicBezTo>
                  <a:pt x="136" y="162"/>
                  <a:pt x="136" y="162"/>
                  <a:pt x="136" y="162"/>
                </a:cubicBezTo>
                <a:cubicBezTo>
                  <a:pt x="161" y="146"/>
                  <a:pt x="176" y="118"/>
                  <a:pt x="176" y="88"/>
                </a:cubicBezTo>
                <a:cubicBezTo>
                  <a:pt x="176" y="40"/>
                  <a:pt x="137" y="0"/>
                  <a:pt x="88" y="0"/>
                </a:cubicBezTo>
                <a:cubicBezTo>
                  <a:pt x="40" y="0"/>
                  <a:pt x="0" y="40"/>
                  <a:pt x="0" y="88"/>
                </a:cubicBezTo>
                <a:cubicBezTo>
                  <a:pt x="0" y="118"/>
                  <a:pt x="15" y="146"/>
                  <a:pt x="40" y="162"/>
                </a:cubicBezTo>
                <a:cubicBezTo>
                  <a:pt x="40" y="176"/>
                  <a:pt x="40" y="176"/>
                  <a:pt x="40" y="176"/>
                </a:cubicBezTo>
                <a:cubicBezTo>
                  <a:pt x="40" y="184"/>
                  <a:pt x="40" y="184"/>
                  <a:pt x="40" y="184"/>
                </a:cubicBezTo>
                <a:cubicBezTo>
                  <a:pt x="40" y="208"/>
                  <a:pt x="40" y="208"/>
                  <a:pt x="40" y="208"/>
                </a:cubicBezTo>
                <a:cubicBezTo>
                  <a:pt x="48" y="208"/>
                  <a:pt x="48" y="208"/>
                  <a:pt x="48" y="208"/>
                </a:cubicBezTo>
                <a:cubicBezTo>
                  <a:pt x="48" y="232"/>
                  <a:pt x="48" y="232"/>
                  <a:pt x="48" y="232"/>
                </a:cubicBezTo>
                <a:cubicBezTo>
                  <a:pt x="56" y="232"/>
                  <a:pt x="56" y="232"/>
                  <a:pt x="56" y="232"/>
                </a:cubicBezTo>
                <a:cubicBezTo>
                  <a:pt x="56" y="256"/>
                  <a:pt x="56" y="256"/>
                  <a:pt x="56" y="256"/>
                </a:cubicBezTo>
                <a:lnTo>
                  <a:pt x="120" y="256"/>
                </a:lnTo>
                <a:close/>
                <a:moveTo>
                  <a:pt x="112" y="248"/>
                </a:moveTo>
                <a:cubicBezTo>
                  <a:pt x="64" y="248"/>
                  <a:pt x="64" y="248"/>
                  <a:pt x="64" y="248"/>
                </a:cubicBezTo>
                <a:cubicBezTo>
                  <a:pt x="64" y="232"/>
                  <a:pt x="64" y="232"/>
                  <a:pt x="64" y="232"/>
                </a:cubicBezTo>
                <a:cubicBezTo>
                  <a:pt x="112" y="232"/>
                  <a:pt x="112" y="232"/>
                  <a:pt x="112" y="232"/>
                </a:cubicBezTo>
                <a:lnTo>
                  <a:pt x="112" y="248"/>
                </a:lnTo>
                <a:close/>
                <a:moveTo>
                  <a:pt x="46" y="157"/>
                </a:moveTo>
                <a:cubicBezTo>
                  <a:pt x="23" y="142"/>
                  <a:pt x="8" y="116"/>
                  <a:pt x="8" y="88"/>
                </a:cubicBezTo>
                <a:cubicBezTo>
                  <a:pt x="8" y="44"/>
                  <a:pt x="44" y="8"/>
                  <a:pt x="88" y="8"/>
                </a:cubicBezTo>
                <a:cubicBezTo>
                  <a:pt x="132" y="8"/>
                  <a:pt x="168" y="44"/>
                  <a:pt x="168" y="88"/>
                </a:cubicBezTo>
                <a:cubicBezTo>
                  <a:pt x="168" y="116"/>
                  <a:pt x="154" y="142"/>
                  <a:pt x="130" y="156"/>
                </a:cubicBezTo>
                <a:cubicBezTo>
                  <a:pt x="128" y="157"/>
                  <a:pt x="128" y="157"/>
                  <a:pt x="128" y="157"/>
                </a:cubicBezTo>
                <a:cubicBezTo>
                  <a:pt x="128" y="176"/>
                  <a:pt x="128" y="176"/>
                  <a:pt x="128" y="176"/>
                </a:cubicBezTo>
                <a:cubicBezTo>
                  <a:pt x="109" y="176"/>
                  <a:pt x="109" y="176"/>
                  <a:pt x="109" y="176"/>
                </a:cubicBezTo>
                <a:cubicBezTo>
                  <a:pt x="120" y="101"/>
                  <a:pt x="120" y="101"/>
                  <a:pt x="120" y="101"/>
                </a:cubicBezTo>
                <a:cubicBezTo>
                  <a:pt x="112" y="99"/>
                  <a:pt x="112" y="99"/>
                  <a:pt x="112" y="99"/>
                </a:cubicBezTo>
                <a:cubicBezTo>
                  <a:pt x="112" y="102"/>
                  <a:pt x="112" y="102"/>
                  <a:pt x="112" y="102"/>
                </a:cubicBezTo>
                <a:cubicBezTo>
                  <a:pt x="100" y="111"/>
                  <a:pt x="100" y="111"/>
                  <a:pt x="100" y="111"/>
                </a:cubicBezTo>
                <a:cubicBezTo>
                  <a:pt x="88" y="98"/>
                  <a:pt x="88" y="98"/>
                  <a:pt x="88" y="98"/>
                </a:cubicBezTo>
                <a:cubicBezTo>
                  <a:pt x="76" y="111"/>
                  <a:pt x="76" y="111"/>
                  <a:pt x="76" y="111"/>
                </a:cubicBezTo>
                <a:cubicBezTo>
                  <a:pt x="64" y="102"/>
                  <a:pt x="64" y="102"/>
                  <a:pt x="64" y="102"/>
                </a:cubicBezTo>
                <a:cubicBezTo>
                  <a:pt x="64" y="99"/>
                  <a:pt x="64" y="99"/>
                  <a:pt x="64" y="99"/>
                </a:cubicBezTo>
                <a:cubicBezTo>
                  <a:pt x="56" y="101"/>
                  <a:pt x="56" y="101"/>
                  <a:pt x="56" y="101"/>
                </a:cubicBezTo>
                <a:cubicBezTo>
                  <a:pt x="67" y="176"/>
                  <a:pt x="67" y="176"/>
                  <a:pt x="67" y="176"/>
                </a:cubicBezTo>
                <a:cubicBezTo>
                  <a:pt x="48" y="176"/>
                  <a:pt x="48" y="176"/>
                  <a:pt x="48" y="176"/>
                </a:cubicBezTo>
                <a:cubicBezTo>
                  <a:pt x="48" y="158"/>
                  <a:pt x="48" y="158"/>
                  <a:pt x="48" y="158"/>
                </a:cubicBezTo>
                <a:lnTo>
                  <a:pt x="46" y="157"/>
                </a:lnTo>
                <a:close/>
                <a:moveTo>
                  <a:pt x="76" y="176"/>
                </a:moveTo>
                <a:cubicBezTo>
                  <a:pt x="66" y="114"/>
                  <a:pt x="66" y="114"/>
                  <a:pt x="66" y="114"/>
                </a:cubicBezTo>
                <a:cubicBezTo>
                  <a:pt x="76" y="121"/>
                  <a:pt x="76" y="121"/>
                  <a:pt x="76" y="121"/>
                </a:cubicBezTo>
                <a:cubicBezTo>
                  <a:pt x="88" y="110"/>
                  <a:pt x="88" y="110"/>
                  <a:pt x="88" y="110"/>
                </a:cubicBezTo>
                <a:cubicBezTo>
                  <a:pt x="100" y="121"/>
                  <a:pt x="100" y="121"/>
                  <a:pt x="100" y="121"/>
                </a:cubicBezTo>
                <a:cubicBezTo>
                  <a:pt x="110" y="114"/>
                  <a:pt x="110" y="114"/>
                  <a:pt x="110" y="114"/>
                </a:cubicBezTo>
                <a:cubicBezTo>
                  <a:pt x="101" y="176"/>
                  <a:pt x="101" y="176"/>
                  <a:pt x="101" y="176"/>
                </a:cubicBezTo>
                <a:lnTo>
                  <a:pt x="76" y="176"/>
                </a:lnTo>
                <a:close/>
                <a:moveTo>
                  <a:pt x="48" y="184"/>
                </a:moveTo>
                <a:cubicBezTo>
                  <a:pt x="128" y="184"/>
                  <a:pt x="128" y="184"/>
                  <a:pt x="128" y="184"/>
                </a:cubicBezTo>
                <a:cubicBezTo>
                  <a:pt x="128" y="200"/>
                  <a:pt x="128" y="200"/>
                  <a:pt x="128" y="200"/>
                </a:cubicBezTo>
                <a:cubicBezTo>
                  <a:pt x="48" y="200"/>
                  <a:pt x="48" y="200"/>
                  <a:pt x="48" y="200"/>
                </a:cubicBezTo>
                <a:lnTo>
                  <a:pt x="48" y="184"/>
                </a:lnTo>
                <a:close/>
                <a:moveTo>
                  <a:pt x="56" y="208"/>
                </a:moveTo>
                <a:cubicBezTo>
                  <a:pt x="120" y="208"/>
                  <a:pt x="120" y="208"/>
                  <a:pt x="120" y="208"/>
                </a:cubicBezTo>
                <a:cubicBezTo>
                  <a:pt x="120" y="224"/>
                  <a:pt x="120" y="224"/>
                  <a:pt x="120" y="224"/>
                </a:cubicBezTo>
                <a:cubicBezTo>
                  <a:pt x="56" y="224"/>
                  <a:pt x="56" y="224"/>
                  <a:pt x="56" y="224"/>
                </a:cubicBezTo>
                <a:lnTo>
                  <a:pt x="56" y="208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>
              <a:solidFill>
                <a:schemeClr val="bg2">
                  <a:lumMod val="25000"/>
                </a:schemeClr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grpSp>
        <p:nvGrpSpPr>
          <p:cNvPr id="107" name="Group 177">
            <a:extLst>
              <a:ext uri="{FF2B5EF4-FFF2-40B4-BE49-F238E27FC236}">
                <a16:creationId xmlns:a16="http://schemas.microsoft.com/office/drawing/2014/main" id="{AC52C2ED-769A-6C42-85DA-88609DA47808}"/>
              </a:ext>
            </a:extLst>
          </p:cNvPr>
          <p:cNvGrpSpPr/>
          <p:nvPr/>
        </p:nvGrpSpPr>
        <p:grpSpPr>
          <a:xfrm>
            <a:off x="16511494" y="23420486"/>
            <a:ext cx="662613" cy="744126"/>
            <a:chOff x="8783638" y="3568701"/>
            <a:chExt cx="360363" cy="360363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108" name="Freeform 99">
              <a:extLst>
                <a:ext uri="{FF2B5EF4-FFF2-40B4-BE49-F238E27FC236}">
                  <a16:creationId xmlns:a16="http://schemas.microsoft.com/office/drawing/2014/main" id="{0FC27ED1-C993-2F4C-A1BA-B8DD47F17F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83638" y="3568701"/>
              <a:ext cx="360363" cy="360363"/>
            </a:xfrm>
            <a:custGeom>
              <a:avLst/>
              <a:gdLst/>
              <a:ahLst/>
              <a:cxnLst>
                <a:cxn ang="0">
                  <a:pos x="80" y="38"/>
                </a:cxn>
                <a:cxn ang="0">
                  <a:pos x="62" y="0"/>
                </a:cxn>
                <a:cxn ang="0">
                  <a:pos x="35" y="39"/>
                </a:cxn>
                <a:cxn ang="0">
                  <a:pos x="31" y="41"/>
                </a:cxn>
                <a:cxn ang="0">
                  <a:pos x="12" y="38"/>
                </a:cxn>
                <a:cxn ang="0">
                  <a:pos x="0" y="111"/>
                </a:cxn>
                <a:cxn ang="0">
                  <a:pos x="23" y="123"/>
                </a:cxn>
                <a:cxn ang="0">
                  <a:pos x="34" y="116"/>
                </a:cxn>
                <a:cxn ang="0">
                  <a:pos x="35" y="116"/>
                </a:cxn>
                <a:cxn ang="0">
                  <a:pos x="73" y="123"/>
                </a:cxn>
                <a:cxn ang="0">
                  <a:pos x="108" y="115"/>
                </a:cxn>
                <a:cxn ang="0">
                  <a:pos x="110" y="104"/>
                </a:cxn>
                <a:cxn ang="0">
                  <a:pos x="116" y="84"/>
                </a:cxn>
                <a:cxn ang="0">
                  <a:pos x="120" y="64"/>
                </a:cxn>
                <a:cxn ang="0">
                  <a:pos x="123" y="55"/>
                </a:cxn>
                <a:cxn ang="0">
                  <a:pos x="112" y="40"/>
                </a:cxn>
                <a:cxn ang="0">
                  <a:pos x="23" y="115"/>
                </a:cxn>
                <a:cxn ang="0">
                  <a:pos x="8" y="111"/>
                </a:cxn>
                <a:cxn ang="0">
                  <a:pos x="12" y="46"/>
                </a:cxn>
                <a:cxn ang="0">
                  <a:pos x="27" y="50"/>
                </a:cxn>
                <a:cxn ang="0">
                  <a:pos x="115" y="56"/>
                </a:cxn>
                <a:cxn ang="0">
                  <a:pos x="100" y="61"/>
                </a:cxn>
                <a:cxn ang="0">
                  <a:pos x="100" y="65"/>
                </a:cxn>
                <a:cxn ang="0">
                  <a:pos x="114" y="72"/>
                </a:cxn>
                <a:cxn ang="0">
                  <a:pos x="96" y="81"/>
                </a:cxn>
                <a:cxn ang="0">
                  <a:pos x="96" y="84"/>
                </a:cxn>
                <a:cxn ang="0">
                  <a:pos x="109" y="92"/>
                </a:cxn>
                <a:cxn ang="0">
                  <a:pos x="92" y="100"/>
                </a:cxn>
                <a:cxn ang="0">
                  <a:pos x="92" y="104"/>
                </a:cxn>
                <a:cxn ang="0">
                  <a:pos x="102" y="109"/>
                </a:cxn>
                <a:cxn ang="0">
                  <a:pos x="94" y="115"/>
                </a:cxn>
                <a:cxn ang="0">
                  <a:pos x="52" y="113"/>
                </a:cxn>
                <a:cxn ang="0">
                  <a:pos x="31" y="105"/>
                </a:cxn>
                <a:cxn ang="0">
                  <a:pos x="34" y="48"/>
                </a:cxn>
                <a:cxn ang="0">
                  <a:pos x="58" y="11"/>
                </a:cxn>
                <a:cxn ang="0">
                  <a:pos x="73" y="26"/>
                </a:cxn>
                <a:cxn ang="0">
                  <a:pos x="111" y="47"/>
                </a:cxn>
                <a:cxn ang="0">
                  <a:pos x="115" y="56"/>
                </a:cxn>
                <a:cxn ang="0">
                  <a:pos x="115" y="56"/>
                </a:cxn>
              </a:cxnLst>
              <a:rect l="0" t="0" r="r" b="b"/>
              <a:pathLst>
                <a:path w="123" h="123">
                  <a:moveTo>
                    <a:pt x="112" y="40"/>
                  </a:moveTo>
                  <a:cubicBezTo>
                    <a:pt x="107" y="39"/>
                    <a:pt x="96" y="39"/>
                    <a:pt x="80" y="38"/>
                  </a:cubicBezTo>
                  <a:cubicBezTo>
                    <a:pt x="80" y="35"/>
                    <a:pt x="81" y="32"/>
                    <a:pt x="81" y="26"/>
                  </a:cubicBezTo>
                  <a:cubicBezTo>
                    <a:pt x="81" y="12"/>
                    <a:pt x="71" y="0"/>
                    <a:pt x="62" y="0"/>
                  </a:cubicBezTo>
                  <a:cubicBezTo>
                    <a:pt x="55" y="0"/>
                    <a:pt x="50" y="5"/>
                    <a:pt x="50" y="11"/>
                  </a:cubicBezTo>
                  <a:cubicBezTo>
                    <a:pt x="50" y="19"/>
                    <a:pt x="48" y="32"/>
                    <a:pt x="35" y="39"/>
                  </a:cubicBezTo>
                  <a:cubicBezTo>
                    <a:pt x="34" y="40"/>
                    <a:pt x="31" y="41"/>
                    <a:pt x="31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29" y="40"/>
                    <a:pt x="26" y="38"/>
                    <a:pt x="23" y="38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6" y="38"/>
                    <a:pt x="0" y="43"/>
                    <a:pt x="0" y="50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8"/>
                    <a:pt x="6" y="123"/>
                    <a:pt x="12" y="123"/>
                  </a:cubicBezTo>
                  <a:cubicBezTo>
                    <a:pt x="23" y="123"/>
                    <a:pt x="23" y="123"/>
                    <a:pt x="23" y="123"/>
                  </a:cubicBezTo>
                  <a:cubicBezTo>
                    <a:pt x="28" y="123"/>
                    <a:pt x="32" y="120"/>
                    <a:pt x="34" y="116"/>
                  </a:cubicBezTo>
                  <a:cubicBezTo>
                    <a:pt x="34" y="116"/>
                    <a:pt x="34" y="116"/>
                    <a:pt x="34" y="116"/>
                  </a:cubicBezTo>
                  <a:cubicBezTo>
                    <a:pt x="34" y="116"/>
                    <a:pt x="34" y="116"/>
                    <a:pt x="35" y="116"/>
                  </a:cubicBezTo>
                  <a:cubicBezTo>
                    <a:pt x="35" y="116"/>
                    <a:pt x="35" y="116"/>
                    <a:pt x="35" y="116"/>
                  </a:cubicBezTo>
                  <a:cubicBezTo>
                    <a:pt x="37" y="117"/>
                    <a:pt x="41" y="118"/>
                    <a:pt x="50" y="120"/>
                  </a:cubicBezTo>
                  <a:cubicBezTo>
                    <a:pt x="52" y="121"/>
                    <a:pt x="63" y="123"/>
                    <a:pt x="73" y="123"/>
                  </a:cubicBezTo>
                  <a:cubicBezTo>
                    <a:pt x="94" y="123"/>
                    <a:pt x="94" y="123"/>
                    <a:pt x="94" y="123"/>
                  </a:cubicBezTo>
                  <a:cubicBezTo>
                    <a:pt x="101" y="123"/>
                    <a:pt x="105" y="120"/>
                    <a:pt x="108" y="115"/>
                  </a:cubicBezTo>
                  <a:cubicBezTo>
                    <a:pt x="108" y="115"/>
                    <a:pt x="109" y="114"/>
                    <a:pt x="110" y="111"/>
                  </a:cubicBezTo>
                  <a:cubicBezTo>
                    <a:pt x="110" y="109"/>
                    <a:pt x="110" y="107"/>
                    <a:pt x="110" y="104"/>
                  </a:cubicBezTo>
                  <a:cubicBezTo>
                    <a:pt x="114" y="102"/>
                    <a:pt x="115" y="97"/>
                    <a:pt x="116" y="95"/>
                  </a:cubicBezTo>
                  <a:cubicBezTo>
                    <a:pt x="118" y="90"/>
                    <a:pt x="117" y="87"/>
                    <a:pt x="116" y="84"/>
                  </a:cubicBezTo>
                  <a:cubicBezTo>
                    <a:pt x="118" y="82"/>
                    <a:pt x="120" y="79"/>
                    <a:pt x="121" y="73"/>
                  </a:cubicBezTo>
                  <a:cubicBezTo>
                    <a:pt x="122" y="70"/>
                    <a:pt x="121" y="67"/>
                    <a:pt x="120" y="64"/>
                  </a:cubicBezTo>
                  <a:cubicBezTo>
                    <a:pt x="122" y="62"/>
                    <a:pt x="123" y="59"/>
                    <a:pt x="123" y="56"/>
                  </a:cubicBezTo>
                  <a:cubicBezTo>
                    <a:pt x="123" y="55"/>
                    <a:pt x="123" y="55"/>
                    <a:pt x="123" y="55"/>
                  </a:cubicBezTo>
                  <a:cubicBezTo>
                    <a:pt x="123" y="55"/>
                    <a:pt x="123" y="54"/>
                    <a:pt x="123" y="53"/>
                  </a:cubicBezTo>
                  <a:cubicBezTo>
                    <a:pt x="123" y="48"/>
                    <a:pt x="120" y="42"/>
                    <a:pt x="112" y="40"/>
                  </a:cubicBezTo>
                  <a:close/>
                  <a:moveTo>
                    <a:pt x="27" y="111"/>
                  </a:moveTo>
                  <a:cubicBezTo>
                    <a:pt x="27" y="113"/>
                    <a:pt x="26" y="115"/>
                    <a:pt x="23" y="115"/>
                  </a:cubicBezTo>
                  <a:cubicBezTo>
                    <a:pt x="12" y="115"/>
                    <a:pt x="12" y="115"/>
                    <a:pt x="12" y="115"/>
                  </a:cubicBezTo>
                  <a:cubicBezTo>
                    <a:pt x="10" y="115"/>
                    <a:pt x="8" y="113"/>
                    <a:pt x="8" y="11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10" y="46"/>
                    <a:pt x="12" y="46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6" y="46"/>
                    <a:pt x="27" y="48"/>
                    <a:pt x="27" y="50"/>
                  </a:cubicBezTo>
                  <a:lnTo>
                    <a:pt x="27" y="111"/>
                  </a:lnTo>
                  <a:close/>
                  <a:moveTo>
                    <a:pt x="115" y="56"/>
                  </a:moveTo>
                  <a:cubicBezTo>
                    <a:pt x="115" y="58"/>
                    <a:pt x="114" y="61"/>
                    <a:pt x="108" y="61"/>
                  </a:cubicBezTo>
                  <a:cubicBezTo>
                    <a:pt x="100" y="61"/>
                    <a:pt x="100" y="61"/>
                    <a:pt x="100" y="61"/>
                  </a:cubicBezTo>
                  <a:cubicBezTo>
                    <a:pt x="99" y="61"/>
                    <a:pt x="98" y="62"/>
                    <a:pt x="98" y="63"/>
                  </a:cubicBezTo>
                  <a:cubicBezTo>
                    <a:pt x="98" y="64"/>
                    <a:pt x="99" y="65"/>
                    <a:pt x="100" y="65"/>
                  </a:cubicBezTo>
                  <a:cubicBezTo>
                    <a:pt x="108" y="65"/>
                    <a:pt x="108" y="65"/>
                    <a:pt x="108" y="65"/>
                  </a:cubicBezTo>
                  <a:cubicBezTo>
                    <a:pt x="113" y="65"/>
                    <a:pt x="114" y="70"/>
                    <a:pt x="114" y="72"/>
                  </a:cubicBezTo>
                  <a:cubicBezTo>
                    <a:pt x="113" y="75"/>
                    <a:pt x="112" y="81"/>
                    <a:pt x="105" y="81"/>
                  </a:cubicBezTo>
                  <a:cubicBezTo>
                    <a:pt x="96" y="81"/>
                    <a:pt x="96" y="81"/>
                    <a:pt x="96" y="81"/>
                  </a:cubicBezTo>
                  <a:cubicBezTo>
                    <a:pt x="95" y="81"/>
                    <a:pt x="94" y="81"/>
                    <a:pt x="94" y="82"/>
                  </a:cubicBezTo>
                  <a:cubicBezTo>
                    <a:pt x="94" y="83"/>
                    <a:pt x="95" y="84"/>
                    <a:pt x="96" y="84"/>
                  </a:cubicBezTo>
                  <a:cubicBezTo>
                    <a:pt x="104" y="84"/>
                    <a:pt x="104" y="84"/>
                    <a:pt x="104" y="84"/>
                  </a:cubicBezTo>
                  <a:cubicBezTo>
                    <a:pt x="110" y="84"/>
                    <a:pt x="110" y="89"/>
                    <a:pt x="109" y="92"/>
                  </a:cubicBezTo>
                  <a:cubicBezTo>
                    <a:pt x="108" y="96"/>
                    <a:pt x="107" y="100"/>
                    <a:pt x="99" y="100"/>
                  </a:cubicBezTo>
                  <a:cubicBezTo>
                    <a:pt x="92" y="100"/>
                    <a:pt x="92" y="100"/>
                    <a:pt x="92" y="100"/>
                  </a:cubicBezTo>
                  <a:cubicBezTo>
                    <a:pt x="91" y="100"/>
                    <a:pt x="90" y="101"/>
                    <a:pt x="90" y="102"/>
                  </a:cubicBezTo>
                  <a:cubicBezTo>
                    <a:pt x="90" y="103"/>
                    <a:pt x="91" y="104"/>
                    <a:pt x="92" y="104"/>
                  </a:cubicBezTo>
                  <a:cubicBezTo>
                    <a:pt x="98" y="104"/>
                    <a:pt x="98" y="104"/>
                    <a:pt x="98" y="104"/>
                  </a:cubicBezTo>
                  <a:cubicBezTo>
                    <a:pt x="103" y="104"/>
                    <a:pt x="103" y="108"/>
                    <a:pt x="102" y="109"/>
                  </a:cubicBezTo>
                  <a:cubicBezTo>
                    <a:pt x="102" y="110"/>
                    <a:pt x="101" y="112"/>
                    <a:pt x="101" y="112"/>
                  </a:cubicBezTo>
                  <a:cubicBezTo>
                    <a:pt x="100" y="114"/>
                    <a:pt x="98" y="115"/>
                    <a:pt x="94" y="115"/>
                  </a:cubicBezTo>
                  <a:cubicBezTo>
                    <a:pt x="73" y="115"/>
                    <a:pt x="73" y="115"/>
                    <a:pt x="73" y="115"/>
                  </a:cubicBezTo>
                  <a:cubicBezTo>
                    <a:pt x="63" y="115"/>
                    <a:pt x="52" y="113"/>
                    <a:pt x="52" y="113"/>
                  </a:cubicBezTo>
                  <a:cubicBezTo>
                    <a:pt x="36" y="109"/>
                    <a:pt x="35" y="109"/>
                    <a:pt x="34" y="108"/>
                  </a:cubicBezTo>
                  <a:cubicBezTo>
                    <a:pt x="34" y="108"/>
                    <a:pt x="31" y="108"/>
                    <a:pt x="31" y="105"/>
                  </a:cubicBezTo>
                  <a:cubicBezTo>
                    <a:pt x="31" y="52"/>
                    <a:pt x="31" y="52"/>
                    <a:pt x="31" y="52"/>
                  </a:cubicBezTo>
                  <a:cubicBezTo>
                    <a:pt x="31" y="50"/>
                    <a:pt x="32" y="49"/>
                    <a:pt x="34" y="48"/>
                  </a:cubicBezTo>
                  <a:cubicBezTo>
                    <a:pt x="34" y="48"/>
                    <a:pt x="35" y="48"/>
                    <a:pt x="35" y="48"/>
                  </a:cubicBezTo>
                  <a:cubicBezTo>
                    <a:pt x="52" y="40"/>
                    <a:pt x="58" y="25"/>
                    <a:pt x="58" y="11"/>
                  </a:cubicBezTo>
                  <a:cubicBezTo>
                    <a:pt x="58" y="10"/>
                    <a:pt x="59" y="8"/>
                    <a:pt x="62" y="8"/>
                  </a:cubicBezTo>
                  <a:cubicBezTo>
                    <a:pt x="66" y="8"/>
                    <a:pt x="73" y="16"/>
                    <a:pt x="73" y="26"/>
                  </a:cubicBezTo>
                  <a:cubicBezTo>
                    <a:pt x="73" y="35"/>
                    <a:pt x="73" y="37"/>
                    <a:pt x="69" y="46"/>
                  </a:cubicBezTo>
                  <a:cubicBezTo>
                    <a:pt x="108" y="46"/>
                    <a:pt x="107" y="47"/>
                    <a:pt x="111" y="47"/>
                  </a:cubicBezTo>
                  <a:cubicBezTo>
                    <a:pt x="115" y="49"/>
                    <a:pt x="115" y="52"/>
                    <a:pt x="115" y="53"/>
                  </a:cubicBezTo>
                  <a:cubicBezTo>
                    <a:pt x="115" y="55"/>
                    <a:pt x="115" y="54"/>
                    <a:pt x="115" y="56"/>
                  </a:cubicBezTo>
                  <a:close/>
                  <a:moveTo>
                    <a:pt x="115" y="56"/>
                  </a:moveTo>
                  <a:cubicBezTo>
                    <a:pt x="115" y="56"/>
                    <a:pt x="115" y="56"/>
                    <a:pt x="115" y="56"/>
                  </a:cubicBezTo>
                </a:path>
              </a:pathLst>
            </a:custGeom>
            <a:grpFill/>
            <a:ln w="0">
              <a:solidFill>
                <a:schemeClr val="tx1">
                  <a:lumMod val="95000"/>
                  <a:lumOff val="5000"/>
                  <a:alpha val="44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109" name="Freeform 100">
              <a:extLst>
                <a:ext uri="{FF2B5EF4-FFF2-40B4-BE49-F238E27FC236}">
                  <a16:creationId xmlns:a16="http://schemas.microsoft.com/office/drawing/2014/main" id="{D4A6907C-E790-CB44-9F5A-3A985B6013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818563" y="3862388"/>
              <a:ext cx="33338" cy="31750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5"/>
                </a:cxn>
                <a:cxn ang="0">
                  <a:pos x="6" y="11"/>
                </a:cxn>
                <a:cxn ang="0">
                  <a:pos x="11" y="5"/>
                </a:cxn>
                <a:cxn ang="0">
                  <a:pos x="6" y="0"/>
                </a:cxn>
                <a:cxn ang="0">
                  <a:pos x="6" y="7"/>
                </a:cxn>
                <a:cxn ang="0">
                  <a:pos x="4" y="5"/>
                </a:cxn>
                <a:cxn ang="0">
                  <a:pos x="6" y="4"/>
                </a:cxn>
                <a:cxn ang="0">
                  <a:pos x="8" y="5"/>
                </a:cxn>
                <a:cxn ang="0">
                  <a:pos x="6" y="7"/>
                </a:cxn>
                <a:cxn ang="0">
                  <a:pos x="6" y="7"/>
                </a:cxn>
                <a:cxn ang="0">
                  <a:pos x="6" y="7"/>
                </a:cxn>
              </a:cxnLst>
              <a:rect l="0" t="0" r="r" b="b"/>
              <a:pathLst>
                <a:path w="11" h="11">
                  <a:moveTo>
                    <a:pt x="6" y="0"/>
                  </a:moveTo>
                  <a:cubicBezTo>
                    <a:pt x="2" y="0"/>
                    <a:pt x="0" y="2"/>
                    <a:pt x="0" y="5"/>
                  </a:cubicBezTo>
                  <a:cubicBezTo>
                    <a:pt x="0" y="9"/>
                    <a:pt x="2" y="11"/>
                    <a:pt x="6" y="11"/>
                  </a:cubicBezTo>
                  <a:cubicBezTo>
                    <a:pt x="9" y="11"/>
                    <a:pt x="11" y="9"/>
                    <a:pt x="11" y="5"/>
                  </a:cubicBezTo>
                  <a:cubicBezTo>
                    <a:pt x="11" y="2"/>
                    <a:pt x="9" y="0"/>
                    <a:pt x="6" y="0"/>
                  </a:cubicBezTo>
                  <a:close/>
                  <a:moveTo>
                    <a:pt x="6" y="7"/>
                  </a:moveTo>
                  <a:cubicBezTo>
                    <a:pt x="5" y="7"/>
                    <a:pt x="4" y="6"/>
                    <a:pt x="4" y="5"/>
                  </a:cubicBezTo>
                  <a:cubicBezTo>
                    <a:pt x="4" y="4"/>
                    <a:pt x="5" y="4"/>
                    <a:pt x="6" y="4"/>
                  </a:cubicBezTo>
                  <a:cubicBezTo>
                    <a:pt x="7" y="4"/>
                    <a:pt x="8" y="4"/>
                    <a:pt x="8" y="5"/>
                  </a:cubicBezTo>
                  <a:cubicBezTo>
                    <a:pt x="8" y="6"/>
                    <a:pt x="7" y="7"/>
                    <a:pt x="6" y="7"/>
                  </a:cubicBezTo>
                  <a:close/>
                  <a:moveTo>
                    <a:pt x="6" y="7"/>
                  </a:moveTo>
                  <a:cubicBezTo>
                    <a:pt x="6" y="7"/>
                    <a:pt x="6" y="7"/>
                    <a:pt x="6" y="7"/>
                  </a:cubicBezTo>
                </a:path>
              </a:pathLst>
            </a:custGeom>
            <a:grpFill/>
            <a:ln w="0">
              <a:solidFill>
                <a:schemeClr val="tx1">
                  <a:lumMod val="95000"/>
                  <a:lumOff val="5000"/>
                  <a:alpha val="44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</p:grpSp>
      <p:sp>
        <p:nvSpPr>
          <p:cNvPr id="110" name="Freeform 498"/>
          <p:cNvSpPr>
            <a:spLocks noEditPoints="1"/>
          </p:cNvSpPr>
          <p:nvPr/>
        </p:nvSpPr>
        <p:spPr bwMode="auto">
          <a:xfrm>
            <a:off x="16302290" y="6710246"/>
            <a:ext cx="728807" cy="699671"/>
          </a:xfrm>
          <a:custGeom>
            <a:avLst/>
            <a:gdLst>
              <a:gd name="T0" fmla="*/ 140 w 176"/>
              <a:gd name="T1" fmla="*/ 72 h 176"/>
              <a:gd name="T2" fmla="*/ 140 w 176"/>
              <a:gd name="T3" fmla="*/ 64 h 176"/>
              <a:gd name="T4" fmla="*/ 96 w 176"/>
              <a:gd name="T5" fmla="*/ 68 h 176"/>
              <a:gd name="T6" fmla="*/ 100 w 176"/>
              <a:gd name="T7" fmla="*/ 56 h 176"/>
              <a:gd name="T8" fmla="*/ 128 w 176"/>
              <a:gd name="T9" fmla="*/ 52 h 176"/>
              <a:gd name="T10" fmla="*/ 100 w 176"/>
              <a:gd name="T11" fmla="*/ 48 h 176"/>
              <a:gd name="T12" fmla="*/ 100 w 176"/>
              <a:gd name="T13" fmla="*/ 56 h 176"/>
              <a:gd name="T14" fmla="*/ 116 w 176"/>
              <a:gd name="T15" fmla="*/ 88 h 176"/>
              <a:gd name="T16" fmla="*/ 116 w 176"/>
              <a:gd name="T17" fmla="*/ 80 h 176"/>
              <a:gd name="T18" fmla="*/ 96 w 176"/>
              <a:gd name="T19" fmla="*/ 84 h 176"/>
              <a:gd name="T20" fmla="*/ 40 w 176"/>
              <a:gd name="T21" fmla="*/ 104 h 176"/>
              <a:gd name="T22" fmla="*/ 80 w 176"/>
              <a:gd name="T23" fmla="*/ 96 h 176"/>
              <a:gd name="T24" fmla="*/ 72 w 176"/>
              <a:gd name="T25" fmla="*/ 48 h 176"/>
              <a:gd name="T26" fmla="*/ 32 w 176"/>
              <a:gd name="T27" fmla="*/ 56 h 176"/>
              <a:gd name="T28" fmla="*/ 40 w 176"/>
              <a:gd name="T29" fmla="*/ 104 h 176"/>
              <a:gd name="T30" fmla="*/ 72 w 176"/>
              <a:gd name="T31" fmla="*/ 56 h 176"/>
              <a:gd name="T32" fmla="*/ 40 w 176"/>
              <a:gd name="T33" fmla="*/ 96 h 176"/>
              <a:gd name="T34" fmla="*/ 100 w 176"/>
              <a:gd name="T35" fmla="*/ 104 h 176"/>
              <a:gd name="T36" fmla="*/ 144 w 176"/>
              <a:gd name="T37" fmla="*/ 100 h 176"/>
              <a:gd name="T38" fmla="*/ 100 w 176"/>
              <a:gd name="T39" fmla="*/ 96 h 176"/>
              <a:gd name="T40" fmla="*/ 100 w 176"/>
              <a:gd name="T41" fmla="*/ 104 h 176"/>
              <a:gd name="T42" fmla="*/ 96 w 176"/>
              <a:gd name="T43" fmla="*/ 8 h 176"/>
              <a:gd name="T44" fmla="*/ 80 w 176"/>
              <a:gd name="T45" fmla="*/ 8 h 176"/>
              <a:gd name="T46" fmla="*/ 0 w 176"/>
              <a:gd name="T47" fmla="*/ 16 h 176"/>
              <a:gd name="T48" fmla="*/ 8 w 176"/>
              <a:gd name="T49" fmla="*/ 32 h 176"/>
              <a:gd name="T50" fmla="*/ 16 w 176"/>
              <a:gd name="T51" fmla="*/ 136 h 176"/>
              <a:gd name="T52" fmla="*/ 84 w 176"/>
              <a:gd name="T53" fmla="*/ 146 h 176"/>
              <a:gd name="T54" fmla="*/ 60 w 176"/>
              <a:gd name="T55" fmla="*/ 172 h 176"/>
              <a:gd name="T56" fmla="*/ 67 w 176"/>
              <a:gd name="T57" fmla="*/ 175 h 176"/>
              <a:gd name="T58" fmla="*/ 109 w 176"/>
              <a:gd name="T59" fmla="*/ 175 h 176"/>
              <a:gd name="T60" fmla="*/ 116 w 176"/>
              <a:gd name="T61" fmla="*/ 172 h 176"/>
              <a:gd name="T62" fmla="*/ 92 w 176"/>
              <a:gd name="T63" fmla="*/ 146 h 176"/>
              <a:gd name="T64" fmla="*/ 160 w 176"/>
              <a:gd name="T65" fmla="*/ 136 h 176"/>
              <a:gd name="T66" fmla="*/ 168 w 176"/>
              <a:gd name="T67" fmla="*/ 32 h 176"/>
              <a:gd name="T68" fmla="*/ 176 w 176"/>
              <a:gd name="T69" fmla="*/ 16 h 176"/>
              <a:gd name="T70" fmla="*/ 160 w 176"/>
              <a:gd name="T71" fmla="*/ 128 h 176"/>
              <a:gd name="T72" fmla="*/ 16 w 176"/>
              <a:gd name="T73" fmla="*/ 32 h 176"/>
              <a:gd name="T74" fmla="*/ 160 w 176"/>
              <a:gd name="T75" fmla="*/ 128 h 176"/>
              <a:gd name="T76" fmla="*/ 8 w 176"/>
              <a:gd name="T77" fmla="*/ 24 h 176"/>
              <a:gd name="T78" fmla="*/ 168 w 176"/>
              <a:gd name="T79" fmla="*/ 16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76" h="176">
                <a:moveTo>
                  <a:pt x="100" y="72"/>
                </a:moveTo>
                <a:cubicBezTo>
                  <a:pt x="140" y="72"/>
                  <a:pt x="140" y="72"/>
                  <a:pt x="140" y="72"/>
                </a:cubicBezTo>
                <a:cubicBezTo>
                  <a:pt x="142" y="72"/>
                  <a:pt x="144" y="70"/>
                  <a:pt x="144" y="68"/>
                </a:cubicBezTo>
                <a:cubicBezTo>
                  <a:pt x="144" y="66"/>
                  <a:pt x="142" y="64"/>
                  <a:pt x="140" y="64"/>
                </a:cubicBezTo>
                <a:cubicBezTo>
                  <a:pt x="100" y="64"/>
                  <a:pt x="100" y="64"/>
                  <a:pt x="100" y="64"/>
                </a:cubicBezTo>
                <a:cubicBezTo>
                  <a:pt x="98" y="64"/>
                  <a:pt x="96" y="66"/>
                  <a:pt x="96" y="68"/>
                </a:cubicBezTo>
                <a:cubicBezTo>
                  <a:pt x="96" y="70"/>
                  <a:pt x="98" y="72"/>
                  <a:pt x="100" y="72"/>
                </a:cubicBezTo>
                <a:moveTo>
                  <a:pt x="100" y="56"/>
                </a:moveTo>
                <a:cubicBezTo>
                  <a:pt x="124" y="56"/>
                  <a:pt x="124" y="56"/>
                  <a:pt x="124" y="56"/>
                </a:cubicBezTo>
                <a:cubicBezTo>
                  <a:pt x="126" y="56"/>
                  <a:pt x="128" y="54"/>
                  <a:pt x="128" y="52"/>
                </a:cubicBezTo>
                <a:cubicBezTo>
                  <a:pt x="128" y="50"/>
                  <a:pt x="126" y="48"/>
                  <a:pt x="124" y="48"/>
                </a:cubicBezTo>
                <a:cubicBezTo>
                  <a:pt x="100" y="48"/>
                  <a:pt x="100" y="48"/>
                  <a:pt x="100" y="48"/>
                </a:cubicBezTo>
                <a:cubicBezTo>
                  <a:pt x="98" y="48"/>
                  <a:pt x="96" y="50"/>
                  <a:pt x="96" y="52"/>
                </a:cubicBezTo>
                <a:cubicBezTo>
                  <a:pt x="96" y="54"/>
                  <a:pt x="98" y="56"/>
                  <a:pt x="100" y="56"/>
                </a:cubicBezTo>
                <a:moveTo>
                  <a:pt x="100" y="88"/>
                </a:moveTo>
                <a:cubicBezTo>
                  <a:pt x="116" y="88"/>
                  <a:pt x="116" y="88"/>
                  <a:pt x="116" y="88"/>
                </a:cubicBezTo>
                <a:cubicBezTo>
                  <a:pt x="118" y="88"/>
                  <a:pt x="120" y="86"/>
                  <a:pt x="120" y="84"/>
                </a:cubicBezTo>
                <a:cubicBezTo>
                  <a:pt x="120" y="82"/>
                  <a:pt x="118" y="80"/>
                  <a:pt x="116" y="80"/>
                </a:cubicBezTo>
                <a:cubicBezTo>
                  <a:pt x="100" y="80"/>
                  <a:pt x="100" y="80"/>
                  <a:pt x="100" y="80"/>
                </a:cubicBezTo>
                <a:cubicBezTo>
                  <a:pt x="98" y="80"/>
                  <a:pt x="96" y="82"/>
                  <a:pt x="96" y="84"/>
                </a:cubicBezTo>
                <a:cubicBezTo>
                  <a:pt x="96" y="86"/>
                  <a:pt x="98" y="88"/>
                  <a:pt x="100" y="88"/>
                </a:cubicBezTo>
                <a:moveTo>
                  <a:pt x="40" y="104"/>
                </a:moveTo>
                <a:cubicBezTo>
                  <a:pt x="72" y="104"/>
                  <a:pt x="72" y="104"/>
                  <a:pt x="72" y="104"/>
                </a:cubicBezTo>
                <a:cubicBezTo>
                  <a:pt x="76" y="104"/>
                  <a:pt x="80" y="100"/>
                  <a:pt x="80" y="96"/>
                </a:cubicBezTo>
                <a:cubicBezTo>
                  <a:pt x="80" y="56"/>
                  <a:pt x="80" y="56"/>
                  <a:pt x="80" y="56"/>
                </a:cubicBezTo>
                <a:cubicBezTo>
                  <a:pt x="80" y="52"/>
                  <a:pt x="76" y="48"/>
                  <a:pt x="72" y="48"/>
                </a:cubicBezTo>
                <a:cubicBezTo>
                  <a:pt x="40" y="48"/>
                  <a:pt x="40" y="48"/>
                  <a:pt x="40" y="48"/>
                </a:cubicBezTo>
                <a:cubicBezTo>
                  <a:pt x="36" y="48"/>
                  <a:pt x="32" y="52"/>
                  <a:pt x="32" y="56"/>
                </a:cubicBezTo>
                <a:cubicBezTo>
                  <a:pt x="32" y="96"/>
                  <a:pt x="32" y="96"/>
                  <a:pt x="32" y="96"/>
                </a:cubicBezTo>
                <a:cubicBezTo>
                  <a:pt x="32" y="100"/>
                  <a:pt x="36" y="104"/>
                  <a:pt x="40" y="104"/>
                </a:cubicBezTo>
                <a:moveTo>
                  <a:pt x="40" y="56"/>
                </a:moveTo>
                <a:cubicBezTo>
                  <a:pt x="72" y="56"/>
                  <a:pt x="72" y="56"/>
                  <a:pt x="72" y="56"/>
                </a:cubicBezTo>
                <a:cubicBezTo>
                  <a:pt x="72" y="96"/>
                  <a:pt x="72" y="96"/>
                  <a:pt x="72" y="96"/>
                </a:cubicBezTo>
                <a:cubicBezTo>
                  <a:pt x="40" y="96"/>
                  <a:pt x="40" y="96"/>
                  <a:pt x="40" y="96"/>
                </a:cubicBezTo>
                <a:lnTo>
                  <a:pt x="40" y="56"/>
                </a:lnTo>
                <a:close/>
                <a:moveTo>
                  <a:pt x="100" y="104"/>
                </a:moveTo>
                <a:cubicBezTo>
                  <a:pt x="140" y="104"/>
                  <a:pt x="140" y="104"/>
                  <a:pt x="140" y="104"/>
                </a:cubicBezTo>
                <a:cubicBezTo>
                  <a:pt x="142" y="104"/>
                  <a:pt x="144" y="102"/>
                  <a:pt x="144" y="100"/>
                </a:cubicBezTo>
                <a:cubicBezTo>
                  <a:pt x="144" y="98"/>
                  <a:pt x="142" y="96"/>
                  <a:pt x="140" y="96"/>
                </a:cubicBezTo>
                <a:cubicBezTo>
                  <a:pt x="100" y="96"/>
                  <a:pt x="100" y="96"/>
                  <a:pt x="100" y="96"/>
                </a:cubicBezTo>
                <a:cubicBezTo>
                  <a:pt x="98" y="96"/>
                  <a:pt x="96" y="98"/>
                  <a:pt x="96" y="100"/>
                </a:cubicBezTo>
                <a:cubicBezTo>
                  <a:pt x="96" y="102"/>
                  <a:pt x="98" y="104"/>
                  <a:pt x="100" y="104"/>
                </a:cubicBezTo>
                <a:moveTo>
                  <a:pt x="168" y="8"/>
                </a:moveTo>
                <a:cubicBezTo>
                  <a:pt x="96" y="8"/>
                  <a:pt x="96" y="8"/>
                  <a:pt x="96" y="8"/>
                </a:cubicBezTo>
                <a:cubicBezTo>
                  <a:pt x="96" y="4"/>
                  <a:pt x="92" y="0"/>
                  <a:pt x="88" y="0"/>
                </a:cubicBezTo>
                <a:cubicBezTo>
                  <a:pt x="84" y="0"/>
                  <a:pt x="80" y="4"/>
                  <a:pt x="80" y="8"/>
                </a:cubicBezTo>
                <a:cubicBezTo>
                  <a:pt x="8" y="8"/>
                  <a:pt x="8" y="8"/>
                  <a:pt x="8" y="8"/>
                </a:cubicBezTo>
                <a:cubicBezTo>
                  <a:pt x="4" y="8"/>
                  <a:pt x="0" y="12"/>
                  <a:pt x="0" y="16"/>
                </a:cubicBezTo>
                <a:cubicBezTo>
                  <a:pt x="0" y="24"/>
                  <a:pt x="0" y="24"/>
                  <a:pt x="0" y="24"/>
                </a:cubicBezTo>
                <a:cubicBezTo>
                  <a:pt x="0" y="28"/>
                  <a:pt x="4" y="32"/>
                  <a:pt x="8" y="32"/>
                </a:cubicBezTo>
                <a:cubicBezTo>
                  <a:pt x="8" y="128"/>
                  <a:pt x="8" y="128"/>
                  <a:pt x="8" y="128"/>
                </a:cubicBezTo>
                <a:cubicBezTo>
                  <a:pt x="8" y="132"/>
                  <a:pt x="12" y="136"/>
                  <a:pt x="16" y="136"/>
                </a:cubicBezTo>
                <a:cubicBezTo>
                  <a:pt x="84" y="136"/>
                  <a:pt x="84" y="136"/>
                  <a:pt x="84" y="136"/>
                </a:cubicBezTo>
                <a:cubicBezTo>
                  <a:pt x="84" y="146"/>
                  <a:pt x="84" y="146"/>
                  <a:pt x="84" y="146"/>
                </a:cubicBezTo>
                <a:cubicBezTo>
                  <a:pt x="61" y="169"/>
                  <a:pt x="61" y="169"/>
                  <a:pt x="61" y="169"/>
                </a:cubicBezTo>
                <a:cubicBezTo>
                  <a:pt x="60" y="170"/>
                  <a:pt x="60" y="171"/>
                  <a:pt x="60" y="172"/>
                </a:cubicBezTo>
                <a:cubicBezTo>
                  <a:pt x="60" y="174"/>
                  <a:pt x="62" y="176"/>
                  <a:pt x="64" y="176"/>
                </a:cubicBezTo>
                <a:cubicBezTo>
                  <a:pt x="65" y="176"/>
                  <a:pt x="66" y="176"/>
                  <a:pt x="67" y="175"/>
                </a:cubicBezTo>
                <a:cubicBezTo>
                  <a:pt x="88" y="154"/>
                  <a:pt x="88" y="154"/>
                  <a:pt x="88" y="154"/>
                </a:cubicBezTo>
                <a:cubicBezTo>
                  <a:pt x="109" y="175"/>
                  <a:pt x="109" y="175"/>
                  <a:pt x="109" y="175"/>
                </a:cubicBezTo>
                <a:cubicBezTo>
                  <a:pt x="110" y="176"/>
                  <a:pt x="111" y="176"/>
                  <a:pt x="112" y="176"/>
                </a:cubicBezTo>
                <a:cubicBezTo>
                  <a:pt x="114" y="176"/>
                  <a:pt x="116" y="174"/>
                  <a:pt x="116" y="172"/>
                </a:cubicBezTo>
                <a:cubicBezTo>
                  <a:pt x="116" y="171"/>
                  <a:pt x="116" y="170"/>
                  <a:pt x="115" y="169"/>
                </a:cubicBezTo>
                <a:cubicBezTo>
                  <a:pt x="92" y="146"/>
                  <a:pt x="92" y="146"/>
                  <a:pt x="92" y="146"/>
                </a:cubicBezTo>
                <a:cubicBezTo>
                  <a:pt x="92" y="136"/>
                  <a:pt x="92" y="136"/>
                  <a:pt x="92" y="136"/>
                </a:cubicBezTo>
                <a:cubicBezTo>
                  <a:pt x="160" y="136"/>
                  <a:pt x="160" y="136"/>
                  <a:pt x="160" y="136"/>
                </a:cubicBezTo>
                <a:cubicBezTo>
                  <a:pt x="164" y="136"/>
                  <a:pt x="168" y="132"/>
                  <a:pt x="168" y="128"/>
                </a:cubicBezTo>
                <a:cubicBezTo>
                  <a:pt x="168" y="32"/>
                  <a:pt x="168" y="32"/>
                  <a:pt x="168" y="32"/>
                </a:cubicBezTo>
                <a:cubicBezTo>
                  <a:pt x="172" y="32"/>
                  <a:pt x="176" y="28"/>
                  <a:pt x="176" y="24"/>
                </a:cubicBezTo>
                <a:cubicBezTo>
                  <a:pt x="176" y="16"/>
                  <a:pt x="176" y="16"/>
                  <a:pt x="176" y="16"/>
                </a:cubicBezTo>
                <a:cubicBezTo>
                  <a:pt x="176" y="12"/>
                  <a:pt x="172" y="8"/>
                  <a:pt x="168" y="8"/>
                </a:cubicBezTo>
                <a:moveTo>
                  <a:pt x="160" y="128"/>
                </a:moveTo>
                <a:cubicBezTo>
                  <a:pt x="16" y="128"/>
                  <a:pt x="16" y="128"/>
                  <a:pt x="16" y="128"/>
                </a:cubicBezTo>
                <a:cubicBezTo>
                  <a:pt x="16" y="32"/>
                  <a:pt x="16" y="32"/>
                  <a:pt x="16" y="32"/>
                </a:cubicBezTo>
                <a:cubicBezTo>
                  <a:pt x="160" y="32"/>
                  <a:pt x="160" y="32"/>
                  <a:pt x="160" y="32"/>
                </a:cubicBezTo>
                <a:lnTo>
                  <a:pt x="160" y="128"/>
                </a:lnTo>
                <a:close/>
                <a:moveTo>
                  <a:pt x="168" y="24"/>
                </a:moveTo>
                <a:cubicBezTo>
                  <a:pt x="8" y="24"/>
                  <a:pt x="8" y="24"/>
                  <a:pt x="8" y="24"/>
                </a:cubicBezTo>
                <a:cubicBezTo>
                  <a:pt x="8" y="16"/>
                  <a:pt x="8" y="16"/>
                  <a:pt x="8" y="16"/>
                </a:cubicBezTo>
                <a:cubicBezTo>
                  <a:pt x="168" y="16"/>
                  <a:pt x="168" y="16"/>
                  <a:pt x="168" y="16"/>
                </a:cubicBezTo>
                <a:lnTo>
                  <a:pt x="168" y="2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0"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103</Words>
  <Application>Microsoft Office PowerPoint</Application>
  <PresentationFormat>사용자 지정</PresentationFormat>
  <Paragraphs>20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KoPubWorld돋움체 Bold</vt:lpstr>
      <vt:lpstr>KoPubWorld돋움체 Medium</vt:lpstr>
      <vt:lpstr>Arial</vt:lpstr>
      <vt:lpstr>Office 테마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최정인</dc:creator>
  <cp:lastModifiedBy>이준수</cp:lastModifiedBy>
  <cp:revision>138</cp:revision>
  <dcterms:created xsi:type="dcterms:W3CDTF">2019-05-23T04:55:04Z</dcterms:created>
  <dcterms:modified xsi:type="dcterms:W3CDTF">2026-06-08T03:32:54Z</dcterms:modified>
  <cp:version/>
</cp:coreProperties>
</file>